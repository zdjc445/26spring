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53" r:id="rId1"/>
    <p:sldMasterId id="2147483666" r:id="rId2"/>
  </p:sldMasterIdLst>
  <p:notesMasterIdLst>
    <p:notesMasterId r:id="rId38"/>
  </p:notesMasterIdLst>
  <p:sldIdLst>
    <p:sldId id="256" r:id="rId3"/>
    <p:sldId id="257" r:id="rId4"/>
    <p:sldId id="321" r:id="rId5"/>
    <p:sldId id="322" r:id="rId6"/>
    <p:sldId id="258" r:id="rId7"/>
    <p:sldId id="319" r:id="rId8"/>
    <p:sldId id="318" r:id="rId9"/>
    <p:sldId id="277" r:id="rId10"/>
    <p:sldId id="309" r:id="rId11"/>
    <p:sldId id="271" r:id="rId12"/>
    <p:sldId id="262" r:id="rId13"/>
    <p:sldId id="263" r:id="rId14"/>
    <p:sldId id="323" r:id="rId15"/>
    <p:sldId id="264" r:id="rId16"/>
    <p:sldId id="265" r:id="rId17"/>
    <p:sldId id="311" r:id="rId18"/>
    <p:sldId id="266" r:id="rId19"/>
    <p:sldId id="267" r:id="rId20"/>
    <p:sldId id="268" r:id="rId21"/>
    <p:sldId id="269" r:id="rId22"/>
    <p:sldId id="312" r:id="rId23"/>
    <p:sldId id="313" r:id="rId24"/>
    <p:sldId id="316" r:id="rId25"/>
    <p:sldId id="270" r:id="rId26"/>
    <p:sldId id="272" r:id="rId27"/>
    <p:sldId id="273" r:id="rId28"/>
    <p:sldId id="274" r:id="rId29"/>
    <p:sldId id="275" r:id="rId30"/>
    <p:sldId id="276" r:id="rId31"/>
    <p:sldId id="317" r:id="rId32"/>
    <p:sldId id="320" r:id="rId33"/>
    <p:sldId id="281" r:id="rId34"/>
    <p:sldId id="261" r:id="rId35"/>
    <p:sldId id="282" r:id="rId36"/>
    <p:sldId id="314"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98"/>
  </p:normalViewPr>
  <p:slideViewPr>
    <p:cSldViewPr>
      <p:cViewPr varScale="1">
        <p:scale>
          <a:sx n="100" d="100"/>
          <a:sy n="100" d="100"/>
        </p:scale>
        <p:origin x="1640" y="1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2ED6718-9D55-8780-B40C-66DFBF06B33E}"/>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ea typeface="宋体" charset="0"/>
                <a:cs typeface="宋体" charset="0"/>
              </a:defRPr>
            </a:lvl1pPr>
          </a:lstStyle>
          <a:p>
            <a:pPr>
              <a:defRPr/>
            </a:pPr>
            <a:endParaRPr lang="zh-CN" altLang="en-US"/>
          </a:p>
        </p:txBody>
      </p:sp>
      <p:sp>
        <p:nvSpPr>
          <p:cNvPr id="3075" name="Rectangle 3">
            <a:extLst>
              <a:ext uri="{FF2B5EF4-FFF2-40B4-BE49-F238E27FC236}">
                <a16:creationId xmlns:a16="http://schemas.microsoft.com/office/drawing/2014/main" id="{BE9ECA0A-0944-118A-8043-CFB65BC5D541}"/>
              </a:ext>
            </a:extLst>
          </p:cNvPr>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ea typeface="宋体" charset="0"/>
                <a:cs typeface="宋体" charset="0"/>
              </a:defRPr>
            </a:lvl1pPr>
          </a:lstStyle>
          <a:p>
            <a:pPr>
              <a:defRPr/>
            </a:pPr>
            <a:endParaRPr lang="en-US"/>
          </a:p>
        </p:txBody>
      </p:sp>
      <p:sp>
        <p:nvSpPr>
          <p:cNvPr id="25604" name="Rectangle 4">
            <a:extLst>
              <a:ext uri="{FF2B5EF4-FFF2-40B4-BE49-F238E27FC236}">
                <a16:creationId xmlns:a16="http://schemas.microsoft.com/office/drawing/2014/main" id="{23DDD528-2EF2-6BDB-B562-135DC022E34E}"/>
              </a:ext>
            </a:extLst>
          </p:cNvPr>
          <p:cNvSpPr>
            <a:spLocks noGrp="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26B57670-058B-E8CB-F09A-BC3AAAE9592A}"/>
              </a:ext>
            </a:extLst>
          </p:cNvPr>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mpd="sng">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8D1A6D9F-372E-97F7-FFE8-D55779A43190}"/>
              </a:ext>
            </a:extLst>
          </p:cNvPr>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ea typeface="宋体" charset="0"/>
                <a:cs typeface="宋体" charset="0"/>
              </a:defRPr>
            </a:lvl1pPr>
          </a:lstStyle>
          <a:p>
            <a:pPr>
              <a:defRPr/>
            </a:pPr>
            <a:endParaRPr lang="en-US"/>
          </a:p>
        </p:txBody>
      </p:sp>
      <p:sp>
        <p:nvSpPr>
          <p:cNvPr id="3079" name="Rectangle 7">
            <a:extLst>
              <a:ext uri="{FF2B5EF4-FFF2-40B4-BE49-F238E27FC236}">
                <a16:creationId xmlns:a16="http://schemas.microsoft.com/office/drawing/2014/main" id="{7A5BA089-DF3A-2692-815A-68C7E68E045D}"/>
              </a:ext>
            </a:extLst>
          </p:cNvPr>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2A6ACC9B-7E60-694D-A6AC-57AD8424D5E0}"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charset="0"/>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012E480C-6E02-01A1-68DB-D64057B506CA}"/>
              </a:ext>
            </a:extLst>
          </p:cNvPr>
          <p:cNvSpPr>
            <a:spLocks noGrp="1" noRot="1" noChangeAspect="1"/>
          </p:cNvSpPr>
          <p:nvPr>
            <p:ph type="sldImg"/>
          </p:nvPr>
        </p:nvSpPr>
        <p:spPr/>
      </p:sp>
      <p:sp>
        <p:nvSpPr>
          <p:cNvPr id="27650" name="备注占位符 2">
            <a:extLst>
              <a:ext uri="{FF2B5EF4-FFF2-40B4-BE49-F238E27FC236}">
                <a16:creationId xmlns:a16="http://schemas.microsoft.com/office/drawing/2014/main" id="{299A04E9-0B7C-A334-9DE9-87FC2D749AF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a:p>
            <a:r>
              <a:rPr lang="zh-CN" altLang="en-US">
                <a:latin typeface="Times New Roman" panose="02020603050405020304" pitchFamily="18" charset="0"/>
                <a:ea typeface="宋体" panose="02010600030101010101" pitchFamily="2" charset="-122"/>
              </a:rPr>
              <a:t>----- 会议笔记(14-2-14 14:33) -----</a:t>
            </a:r>
          </a:p>
          <a:p>
            <a:r>
              <a:rPr lang="zh-CN" altLang="en-US">
                <a:latin typeface="Times New Roman" panose="02020603050405020304" pitchFamily="18" charset="0"/>
                <a:ea typeface="宋体" panose="02010600030101010101" pitchFamily="2" charset="-122"/>
              </a:rPr>
              <a:t>Charles Babbage 巴比奇机的发明人。</a:t>
            </a:r>
          </a:p>
        </p:txBody>
      </p:sp>
      <p:sp>
        <p:nvSpPr>
          <p:cNvPr id="27651" name="幻灯片编号占位符 3">
            <a:extLst>
              <a:ext uri="{FF2B5EF4-FFF2-40B4-BE49-F238E27FC236}">
                <a16:creationId xmlns:a16="http://schemas.microsoft.com/office/drawing/2014/main" id="{E3E13E55-05FC-4D8C-4A06-DBECE5B5C2E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D502075-E388-8D45-B28A-FF8EB3EF40F8}" type="slidenum">
              <a:rPr kumimoji="0" lang="zh-CN" altLang="en-US" sz="1200"/>
              <a:pPr/>
              <a:t>1</a:t>
            </a:fld>
            <a:endParaRPr kumimoji="0"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a:extLst>
              <a:ext uri="{FF2B5EF4-FFF2-40B4-BE49-F238E27FC236}">
                <a16:creationId xmlns:a16="http://schemas.microsoft.com/office/drawing/2014/main" id="{0DF91BC2-5FC3-56A5-9A1A-59449050EACB}"/>
              </a:ext>
            </a:extLst>
          </p:cNvPr>
          <p:cNvSpPr>
            <a:spLocks noGrp="1" noRot="1" noChangeAspect="1"/>
          </p:cNvSpPr>
          <p:nvPr>
            <p:ph type="sldImg"/>
          </p:nvPr>
        </p:nvSpPr>
        <p:spPr/>
      </p:sp>
      <p:sp>
        <p:nvSpPr>
          <p:cNvPr id="30722" name="备注占位符 2">
            <a:extLst>
              <a:ext uri="{FF2B5EF4-FFF2-40B4-BE49-F238E27FC236}">
                <a16:creationId xmlns:a16="http://schemas.microsoft.com/office/drawing/2014/main" id="{E5768BE4-1E44-9904-C76F-E3BA1FF9447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a typeface="宋体" panose="02010600030101010101" pitchFamily="2" charset="-122"/>
            </a:endParaRPr>
          </a:p>
        </p:txBody>
      </p:sp>
      <p:sp>
        <p:nvSpPr>
          <p:cNvPr id="30723" name="幻灯片编号占位符 3">
            <a:extLst>
              <a:ext uri="{FF2B5EF4-FFF2-40B4-BE49-F238E27FC236}">
                <a16:creationId xmlns:a16="http://schemas.microsoft.com/office/drawing/2014/main" id="{7F4C6E97-1AAA-8B32-BC13-92DC7D70126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81D484F-3D69-8D4A-B6E5-141339B2BC70}" type="slidenum">
              <a:rPr kumimoji="0" lang="zh-CN" altLang="en-US" sz="1200"/>
              <a:pPr/>
              <a:t>3</a:t>
            </a:fld>
            <a:endParaRPr kumimoji="0"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a:extLst>
              <a:ext uri="{FF2B5EF4-FFF2-40B4-BE49-F238E27FC236}">
                <a16:creationId xmlns:a16="http://schemas.microsoft.com/office/drawing/2014/main" id="{1BD8F97C-F5B6-C3D9-07C9-42513B1F8C73}"/>
              </a:ext>
            </a:extLst>
          </p:cNvPr>
          <p:cNvSpPr>
            <a:spLocks noGrp="1" noRot="1" noChangeAspect="1"/>
          </p:cNvSpPr>
          <p:nvPr>
            <p:ph type="sldImg"/>
          </p:nvPr>
        </p:nvSpPr>
        <p:spPr/>
      </p:sp>
      <p:sp>
        <p:nvSpPr>
          <p:cNvPr id="33794" name="备注占位符 2">
            <a:extLst>
              <a:ext uri="{FF2B5EF4-FFF2-40B4-BE49-F238E27FC236}">
                <a16:creationId xmlns:a16="http://schemas.microsoft.com/office/drawing/2014/main" id="{EA23011A-578A-2090-8AF1-ADE9CFDEFC6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panose="02020603050405020304" pitchFamily="18" charset="0"/>
                <a:ea typeface="宋体" panose="02010600030101010101" pitchFamily="2" charset="-122"/>
              </a:rPr>
              <a:t>Point 2. How to estimate a algorithm. </a:t>
            </a:r>
            <a:endParaRPr lang="zh-CN" altLang="en-US">
              <a:latin typeface="Times New Roman" panose="02020603050405020304" pitchFamily="18" charset="0"/>
              <a:ea typeface="宋体" panose="02010600030101010101" pitchFamily="2" charset="-122"/>
            </a:endParaRPr>
          </a:p>
        </p:txBody>
      </p:sp>
      <p:sp>
        <p:nvSpPr>
          <p:cNvPr id="33795" name="幻灯片编号占位符 3">
            <a:extLst>
              <a:ext uri="{FF2B5EF4-FFF2-40B4-BE49-F238E27FC236}">
                <a16:creationId xmlns:a16="http://schemas.microsoft.com/office/drawing/2014/main" id="{E9A37B46-7565-DEB9-B4E4-699C0F7BF0B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D49AF1E-9227-8D49-B99E-C8D8D391CE13}" type="slidenum">
              <a:rPr kumimoji="0" lang="zh-CN" altLang="en-US" sz="1200"/>
              <a:pPr/>
              <a:t>5</a:t>
            </a:fld>
            <a:endParaRPr kumimoji="0"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a:extLst>
              <a:ext uri="{FF2B5EF4-FFF2-40B4-BE49-F238E27FC236}">
                <a16:creationId xmlns:a16="http://schemas.microsoft.com/office/drawing/2014/main" id="{6817D47B-DB60-1866-9DC7-AC0FFED1A27F}"/>
              </a:ext>
            </a:extLst>
          </p:cNvPr>
          <p:cNvSpPr>
            <a:spLocks noGrp="1" noRot="1" noChangeAspect="1"/>
          </p:cNvSpPr>
          <p:nvPr>
            <p:ph type="sldImg"/>
          </p:nvPr>
        </p:nvSpPr>
        <p:spPr/>
      </p:sp>
      <p:sp>
        <p:nvSpPr>
          <p:cNvPr id="38914" name="备注占位符 2">
            <a:extLst>
              <a:ext uri="{FF2B5EF4-FFF2-40B4-BE49-F238E27FC236}">
                <a16:creationId xmlns:a16="http://schemas.microsoft.com/office/drawing/2014/main" id="{35CFD672-901A-362F-6B8E-5FC1EAD9116F}"/>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panose="02020603050405020304" pitchFamily="18" charset="0"/>
                <a:ea typeface="宋体" panose="02010600030101010101" pitchFamily="2" charset="-122"/>
              </a:rPr>
              <a:t>gcd(65,25)=gcd(25,15)=gcd(15,10)=gcd(10,5)=gcd(5,0)</a:t>
            </a:r>
            <a:endParaRPr lang="zh-CN" altLang="en-US">
              <a:latin typeface="Times New Roman" panose="02020603050405020304" pitchFamily="18" charset="0"/>
              <a:ea typeface="宋体" panose="02010600030101010101" pitchFamily="2" charset="-122"/>
            </a:endParaRPr>
          </a:p>
        </p:txBody>
      </p:sp>
      <p:sp>
        <p:nvSpPr>
          <p:cNvPr id="38915" name="幻灯片编号占位符 3">
            <a:extLst>
              <a:ext uri="{FF2B5EF4-FFF2-40B4-BE49-F238E27FC236}">
                <a16:creationId xmlns:a16="http://schemas.microsoft.com/office/drawing/2014/main" id="{8975DC69-D4E8-13B6-5591-CD9EFCC6258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6DCA3B1-60C5-C343-9BC4-DABA39337704}" type="slidenum">
              <a:rPr kumimoji="0" lang="zh-CN" altLang="en-US" sz="1200"/>
              <a:pPr/>
              <a:t>9</a:t>
            </a:fld>
            <a:endParaRPr kumimoji="0"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a:extLst>
              <a:ext uri="{FF2B5EF4-FFF2-40B4-BE49-F238E27FC236}">
                <a16:creationId xmlns:a16="http://schemas.microsoft.com/office/drawing/2014/main" id="{B6D24E44-2AE5-7151-61FB-B0A279347AF9}"/>
              </a:ext>
            </a:extLst>
          </p:cNvPr>
          <p:cNvSpPr>
            <a:spLocks noGrp="1" noRot="1" noChangeAspect="1"/>
          </p:cNvSpPr>
          <p:nvPr>
            <p:ph type="sldImg"/>
          </p:nvPr>
        </p:nvSpPr>
        <p:spPr/>
      </p:sp>
      <p:sp>
        <p:nvSpPr>
          <p:cNvPr id="41986" name="备注占位符 2">
            <a:extLst>
              <a:ext uri="{FF2B5EF4-FFF2-40B4-BE49-F238E27FC236}">
                <a16:creationId xmlns:a16="http://schemas.microsoft.com/office/drawing/2014/main" id="{7E56DDAA-C071-D96C-370A-2434AE094D7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panose="02020603050405020304" pitchFamily="18" charset="0"/>
                <a:ea typeface="宋体" panose="02010600030101010101" pitchFamily="2" charset="-122"/>
              </a:rPr>
              <a:t>Input</a:t>
            </a:r>
            <a:r>
              <a:rPr lang="zh-CN" altLang="zh-CN">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&gt;Output</a:t>
            </a:r>
            <a:r>
              <a:rPr lang="zh-CN" altLang="en-US">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a:p>
            <a:r>
              <a:rPr lang="zh-CN"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(enough</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run</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time</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and</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storage</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space)</a:t>
            </a:r>
            <a:endParaRPr lang="zh-CN" altLang="en-US">
              <a:latin typeface="Times New Roman" panose="02020603050405020304" pitchFamily="18" charset="0"/>
              <a:ea typeface="宋体" panose="02010600030101010101" pitchFamily="2" charset="-122"/>
            </a:endParaRPr>
          </a:p>
        </p:txBody>
      </p:sp>
      <p:sp>
        <p:nvSpPr>
          <p:cNvPr id="41987" name="幻灯片编号占位符 3">
            <a:extLst>
              <a:ext uri="{FF2B5EF4-FFF2-40B4-BE49-F238E27FC236}">
                <a16:creationId xmlns:a16="http://schemas.microsoft.com/office/drawing/2014/main" id="{7D737F47-A64E-32D3-0C18-3FAA94CD75F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61A7525-C0AC-7543-915B-843910181D6A}" type="slidenum">
              <a:rPr kumimoji="0" lang="zh-CN" altLang="en-US" sz="1200"/>
              <a:pPr/>
              <a:t>11</a:t>
            </a:fld>
            <a:endParaRPr kumimoji="0"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a:extLst>
              <a:ext uri="{FF2B5EF4-FFF2-40B4-BE49-F238E27FC236}">
                <a16:creationId xmlns:a16="http://schemas.microsoft.com/office/drawing/2014/main" id="{B0DD9D41-F4F0-987E-6242-AA13F1E45F25}"/>
              </a:ext>
            </a:extLst>
          </p:cNvPr>
          <p:cNvSpPr>
            <a:spLocks noGrp="1" noRot="1" noChangeAspect="1"/>
          </p:cNvSpPr>
          <p:nvPr>
            <p:ph type="sldImg"/>
          </p:nvPr>
        </p:nvSpPr>
        <p:spPr/>
      </p:sp>
      <p:sp>
        <p:nvSpPr>
          <p:cNvPr id="53250" name="备注占位符 2">
            <a:extLst>
              <a:ext uri="{FF2B5EF4-FFF2-40B4-BE49-F238E27FC236}">
                <a16:creationId xmlns:a16="http://schemas.microsoft.com/office/drawing/2014/main" id="{DF041F33-6318-8BCB-45CF-1EA3CC287C7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pitchFamily="18" charset="0"/>
                <a:ea typeface="宋体" panose="02010600030101010101" pitchFamily="2" charset="-122"/>
              </a:rPr>
              <a:t>第一节课结束。</a:t>
            </a:r>
          </a:p>
        </p:txBody>
      </p:sp>
      <p:sp>
        <p:nvSpPr>
          <p:cNvPr id="53251" name="幻灯片编号占位符 3">
            <a:extLst>
              <a:ext uri="{FF2B5EF4-FFF2-40B4-BE49-F238E27FC236}">
                <a16:creationId xmlns:a16="http://schemas.microsoft.com/office/drawing/2014/main" id="{76B007C9-AD03-6DE0-5413-447B46076B7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CBF37FD-DF55-484D-95ED-EA79DC657C1D}" type="slidenum">
              <a:rPr kumimoji="0" lang="zh-CN" altLang="en-US" sz="1200"/>
              <a:pPr/>
              <a:t>22</a:t>
            </a:fld>
            <a:endParaRPr kumimoji="0"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7">
            <a:extLst>
              <a:ext uri="{FF2B5EF4-FFF2-40B4-BE49-F238E27FC236}">
                <a16:creationId xmlns:a16="http://schemas.microsoft.com/office/drawing/2014/main" id="{CED6113B-2B73-1666-6A52-D283069D9C5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57445470-BB41-7D4D-8842-8069A1E142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A872337A-5AC8-07ED-070A-FB5F39578413}"/>
              </a:ext>
            </a:extLst>
          </p:cNvPr>
          <p:cNvSpPr>
            <a:spLocks noGrp="1" noChangeArrowheads="1"/>
          </p:cNvSpPr>
          <p:nvPr>
            <p:ph type="sldNum" sz="quarter" idx="12"/>
          </p:nvPr>
        </p:nvSpPr>
        <p:spPr>
          <a:ln/>
        </p:spPr>
        <p:txBody>
          <a:bodyPr/>
          <a:lstStyle>
            <a:lvl1pPr>
              <a:defRPr/>
            </a:lvl1pPr>
          </a:lstStyle>
          <a:p>
            <a:fld id="{AF90CE80-9D50-B64C-8D21-849335508004}" type="slidenum">
              <a:rPr lang="zh-CN" altLang="en-US"/>
              <a:pPr/>
              <a:t>‹#›</a:t>
            </a:fld>
            <a:endParaRPr lang="en-US" altLang="zh-CN"/>
          </a:p>
        </p:txBody>
      </p:sp>
    </p:spTree>
    <p:extLst>
      <p:ext uri="{BB962C8B-B14F-4D97-AF65-F5344CB8AC3E}">
        <p14:creationId xmlns:p14="http://schemas.microsoft.com/office/powerpoint/2010/main" val="2660238693"/>
      </p:ext>
    </p:extLst>
  </p:cSld>
  <p:clrMapOvr>
    <a:masterClrMapping/>
  </p:clrMapOvr>
  <p:transition>
    <p:cover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6D5B66BA-C9F3-22F0-0049-1E59317F367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F6834280-69EC-BB15-1217-D7F3DD4622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84E1FB32-C14D-AE32-B866-C548590B03A9}"/>
              </a:ext>
            </a:extLst>
          </p:cNvPr>
          <p:cNvSpPr>
            <a:spLocks noGrp="1" noChangeArrowheads="1"/>
          </p:cNvSpPr>
          <p:nvPr>
            <p:ph type="sldNum" sz="quarter" idx="12"/>
          </p:nvPr>
        </p:nvSpPr>
        <p:spPr>
          <a:ln/>
        </p:spPr>
        <p:txBody>
          <a:bodyPr/>
          <a:lstStyle>
            <a:lvl1pPr>
              <a:defRPr/>
            </a:lvl1pPr>
          </a:lstStyle>
          <a:p>
            <a:fld id="{8C9C9B02-84E4-AB4C-8440-84563D590906}" type="slidenum">
              <a:rPr lang="zh-CN" altLang="en-US"/>
              <a:pPr/>
              <a:t>‹#›</a:t>
            </a:fld>
            <a:endParaRPr lang="en-US" altLang="zh-CN"/>
          </a:p>
        </p:txBody>
      </p:sp>
    </p:spTree>
    <p:extLst>
      <p:ext uri="{BB962C8B-B14F-4D97-AF65-F5344CB8AC3E}">
        <p14:creationId xmlns:p14="http://schemas.microsoft.com/office/powerpoint/2010/main" val="2113916709"/>
      </p:ext>
    </p:extLst>
  </p:cSld>
  <p:clrMapOvr>
    <a:masterClrMapping/>
  </p:clrMapOvr>
  <p:transition>
    <p:cover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a:extLst>
              <a:ext uri="{FF2B5EF4-FFF2-40B4-BE49-F238E27FC236}">
                <a16:creationId xmlns:a16="http://schemas.microsoft.com/office/drawing/2014/main" id="{8664B008-2D33-EB43-1BA7-C0F8BC3B25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4252AB90-F76B-6FFF-9008-E6AEB7E8C1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70ACCF4E-6885-75E0-0B1B-2D43C31DBD91}"/>
              </a:ext>
            </a:extLst>
          </p:cNvPr>
          <p:cNvSpPr>
            <a:spLocks noGrp="1" noChangeArrowheads="1"/>
          </p:cNvSpPr>
          <p:nvPr>
            <p:ph type="sldNum" sz="quarter" idx="12"/>
          </p:nvPr>
        </p:nvSpPr>
        <p:spPr>
          <a:ln/>
        </p:spPr>
        <p:txBody>
          <a:bodyPr/>
          <a:lstStyle>
            <a:lvl1pPr>
              <a:defRPr/>
            </a:lvl1pPr>
          </a:lstStyle>
          <a:p>
            <a:fld id="{CE66EC80-C08C-0C4C-9B37-5CB354B6AD4D}" type="slidenum">
              <a:rPr lang="zh-CN" altLang="en-US"/>
              <a:pPr/>
              <a:t>‹#›</a:t>
            </a:fld>
            <a:endParaRPr lang="en-US" altLang="zh-CN"/>
          </a:p>
        </p:txBody>
      </p:sp>
    </p:spTree>
    <p:extLst>
      <p:ext uri="{BB962C8B-B14F-4D97-AF65-F5344CB8AC3E}">
        <p14:creationId xmlns:p14="http://schemas.microsoft.com/office/powerpoint/2010/main" val="4104597490"/>
      </p:ext>
    </p:extLst>
  </p:cSld>
  <p:clrMapOvr>
    <a:masterClrMapping/>
  </p:clrMapOvr>
  <p:transition>
    <p:cover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3" y="1941513"/>
            <a:ext cx="402748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508500" y="1941513"/>
            <a:ext cx="40290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7">
            <a:extLst>
              <a:ext uri="{FF2B5EF4-FFF2-40B4-BE49-F238E27FC236}">
                <a16:creationId xmlns:a16="http://schemas.microsoft.com/office/drawing/2014/main" id="{7F34F2FC-CA4C-BE73-E8C1-C60A565317B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3EC4C47E-3231-BAE7-235A-B35D81D9359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71F33207-E6E5-19BB-7637-CCD22E298750}"/>
              </a:ext>
            </a:extLst>
          </p:cNvPr>
          <p:cNvSpPr>
            <a:spLocks noGrp="1" noChangeArrowheads="1"/>
          </p:cNvSpPr>
          <p:nvPr>
            <p:ph type="sldNum" sz="quarter" idx="12"/>
          </p:nvPr>
        </p:nvSpPr>
        <p:spPr>
          <a:ln/>
        </p:spPr>
        <p:txBody>
          <a:bodyPr/>
          <a:lstStyle>
            <a:lvl1pPr>
              <a:defRPr/>
            </a:lvl1pPr>
          </a:lstStyle>
          <a:p>
            <a:fld id="{7586CE74-9DB7-7B4D-9FE7-C2A153949BFB}" type="slidenum">
              <a:rPr lang="zh-CN" altLang="en-US"/>
              <a:pPr/>
              <a:t>‹#›</a:t>
            </a:fld>
            <a:endParaRPr lang="en-US" altLang="zh-CN"/>
          </a:p>
        </p:txBody>
      </p:sp>
    </p:spTree>
    <p:extLst>
      <p:ext uri="{BB962C8B-B14F-4D97-AF65-F5344CB8AC3E}">
        <p14:creationId xmlns:p14="http://schemas.microsoft.com/office/powerpoint/2010/main" val="2471000263"/>
      </p:ext>
    </p:extLst>
  </p:cSld>
  <p:clrMapOvr>
    <a:masterClrMapping/>
  </p:clrMapOvr>
  <p:transition>
    <p:cover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7">
            <a:extLst>
              <a:ext uri="{FF2B5EF4-FFF2-40B4-BE49-F238E27FC236}">
                <a16:creationId xmlns:a16="http://schemas.microsoft.com/office/drawing/2014/main" id="{E8B46273-767A-97AC-C5C1-EE866164703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8">
            <a:extLst>
              <a:ext uri="{FF2B5EF4-FFF2-40B4-BE49-F238E27FC236}">
                <a16:creationId xmlns:a16="http://schemas.microsoft.com/office/drawing/2014/main" id="{A5F99450-3885-0FA4-5039-A145EF82AF8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9">
            <a:extLst>
              <a:ext uri="{FF2B5EF4-FFF2-40B4-BE49-F238E27FC236}">
                <a16:creationId xmlns:a16="http://schemas.microsoft.com/office/drawing/2014/main" id="{9C004056-4256-4B0E-6F63-794E3D2279CB}"/>
              </a:ext>
            </a:extLst>
          </p:cNvPr>
          <p:cNvSpPr>
            <a:spLocks noGrp="1" noChangeArrowheads="1"/>
          </p:cNvSpPr>
          <p:nvPr>
            <p:ph type="sldNum" sz="quarter" idx="12"/>
          </p:nvPr>
        </p:nvSpPr>
        <p:spPr>
          <a:ln/>
        </p:spPr>
        <p:txBody>
          <a:bodyPr/>
          <a:lstStyle>
            <a:lvl1pPr>
              <a:defRPr/>
            </a:lvl1pPr>
          </a:lstStyle>
          <a:p>
            <a:fld id="{B12D2A53-29E4-0048-B29D-BACA1FC462DF}" type="slidenum">
              <a:rPr lang="zh-CN" altLang="en-US"/>
              <a:pPr/>
              <a:t>‹#›</a:t>
            </a:fld>
            <a:endParaRPr lang="en-US" altLang="zh-CN"/>
          </a:p>
        </p:txBody>
      </p:sp>
    </p:spTree>
    <p:extLst>
      <p:ext uri="{BB962C8B-B14F-4D97-AF65-F5344CB8AC3E}">
        <p14:creationId xmlns:p14="http://schemas.microsoft.com/office/powerpoint/2010/main" val="365373085"/>
      </p:ext>
    </p:extLst>
  </p:cSld>
  <p:clrMapOvr>
    <a:masterClrMapping/>
  </p:clrMapOvr>
  <p:transition>
    <p:cover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a:extLst>
              <a:ext uri="{FF2B5EF4-FFF2-40B4-BE49-F238E27FC236}">
                <a16:creationId xmlns:a16="http://schemas.microsoft.com/office/drawing/2014/main" id="{A5ECA453-2E18-3C7D-A710-250B6B2658D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8">
            <a:extLst>
              <a:ext uri="{FF2B5EF4-FFF2-40B4-BE49-F238E27FC236}">
                <a16:creationId xmlns:a16="http://schemas.microsoft.com/office/drawing/2014/main" id="{5AB744C6-6C29-1EA2-1817-0A30DB81FF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F12BD8FB-A057-7C98-090D-614C18B06FAD}"/>
              </a:ext>
            </a:extLst>
          </p:cNvPr>
          <p:cNvSpPr>
            <a:spLocks noGrp="1" noChangeArrowheads="1"/>
          </p:cNvSpPr>
          <p:nvPr>
            <p:ph type="sldNum" sz="quarter" idx="12"/>
          </p:nvPr>
        </p:nvSpPr>
        <p:spPr>
          <a:ln/>
        </p:spPr>
        <p:txBody>
          <a:bodyPr/>
          <a:lstStyle>
            <a:lvl1pPr>
              <a:defRPr/>
            </a:lvl1pPr>
          </a:lstStyle>
          <a:p>
            <a:fld id="{32813235-07A8-7F45-82E8-3EB7A1E97169}" type="slidenum">
              <a:rPr lang="zh-CN" altLang="en-US"/>
              <a:pPr/>
              <a:t>‹#›</a:t>
            </a:fld>
            <a:endParaRPr lang="en-US" altLang="zh-CN"/>
          </a:p>
        </p:txBody>
      </p:sp>
    </p:spTree>
    <p:extLst>
      <p:ext uri="{BB962C8B-B14F-4D97-AF65-F5344CB8AC3E}">
        <p14:creationId xmlns:p14="http://schemas.microsoft.com/office/powerpoint/2010/main" val="2297230740"/>
      </p:ext>
    </p:extLst>
  </p:cSld>
  <p:clrMapOvr>
    <a:masterClrMapping/>
  </p:clrMapOvr>
  <p:transition>
    <p:cover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96BDD0FA-2D69-E995-7B35-780554044A7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8">
            <a:extLst>
              <a:ext uri="{FF2B5EF4-FFF2-40B4-BE49-F238E27FC236}">
                <a16:creationId xmlns:a16="http://schemas.microsoft.com/office/drawing/2014/main" id="{5D2E4836-00EF-B67C-C0C5-1BBCCF218B5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9">
            <a:extLst>
              <a:ext uri="{FF2B5EF4-FFF2-40B4-BE49-F238E27FC236}">
                <a16:creationId xmlns:a16="http://schemas.microsoft.com/office/drawing/2014/main" id="{2694F7AA-C51F-7AAB-969E-46B5F836FCF2}"/>
              </a:ext>
            </a:extLst>
          </p:cNvPr>
          <p:cNvSpPr>
            <a:spLocks noGrp="1" noChangeArrowheads="1"/>
          </p:cNvSpPr>
          <p:nvPr>
            <p:ph type="sldNum" sz="quarter" idx="12"/>
          </p:nvPr>
        </p:nvSpPr>
        <p:spPr>
          <a:ln/>
        </p:spPr>
        <p:txBody>
          <a:bodyPr/>
          <a:lstStyle>
            <a:lvl1pPr>
              <a:defRPr/>
            </a:lvl1pPr>
          </a:lstStyle>
          <a:p>
            <a:fld id="{DE73ED3D-7D1E-264D-B9D8-54B567D5F348}" type="slidenum">
              <a:rPr lang="zh-CN" altLang="en-US"/>
              <a:pPr/>
              <a:t>‹#›</a:t>
            </a:fld>
            <a:endParaRPr lang="en-US" altLang="zh-CN"/>
          </a:p>
        </p:txBody>
      </p:sp>
    </p:spTree>
    <p:extLst>
      <p:ext uri="{BB962C8B-B14F-4D97-AF65-F5344CB8AC3E}">
        <p14:creationId xmlns:p14="http://schemas.microsoft.com/office/powerpoint/2010/main" val="1732360224"/>
      </p:ext>
    </p:extLst>
  </p:cSld>
  <p:clrMapOvr>
    <a:masterClrMapping/>
  </p:clrMapOvr>
  <p:transition>
    <p:cover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a:extLst>
              <a:ext uri="{FF2B5EF4-FFF2-40B4-BE49-F238E27FC236}">
                <a16:creationId xmlns:a16="http://schemas.microsoft.com/office/drawing/2014/main" id="{43FEB3B1-6DEE-1954-9724-C1B5ABEEE69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BCAD8C74-1E0A-460B-4120-EE0D8F7143C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117D8394-73D0-8497-7E74-26CB95583C9D}"/>
              </a:ext>
            </a:extLst>
          </p:cNvPr>
          <p:cNvSpPr>
            <a:spLocks noGrp="1" noChangeArrowheads="1"/>
          </p:cNvSpPr>
          <p:nvPr>
            <p:ph type="sldNum" sz="quarter" idx="12"/>
          </p:nvPr>
        </p:nvSpPr>
        <p:spPr>
          <a:ln/>
        </p:spPr>
        <p:txBody>
          <a:bodyPr/>
          <a:lstStyle>
            <a:lvl1pPr>
              <a:defRPr/>
            </a:lvl1pPr>
          </a:lstStyle>
          <a:p>
            <a:fld id="{3288B6F0-B6DA-8746-B810-FD174DF89F27}" type="slidenum">
              <a:rPr lang="zh-CN" altLang="en-US"/>
              <a:pPr/>
              <a:t>‹#›</a:t>
            </a:fld>
            <a:endParaRPr lang="en-US" altLang="zh-CN"/>
          </a:p>
        </p:txBody>
      </p:sp>
    </p:spTree>
    <p:extLst>
      <p:ext uri="{BB962C8B-B14F-4D97-AF65-F5344CB8AC3E}">
        <p14:creationId xmlns:p14="http://schemas.microsoft.com/office/powerpoint/2010/main" val="756484861"/>
      </p:ext>
    </p:extLst>
  </p:cSld>
  <p:clrMapOvr>
    <a:masterClrMapping/>
  </p:clrMapOvr>
  <p:transition>
    <p:cover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a:extLst>
              <a:ext uri="{FF2B5EF4-FFF2-40B4-BE49-F238E27FC236}">
                <a16:creationId xmlns:a16="http://schemas.microsoft.com/office/drawing/2014/main" id="{A9400053-EDAD-E69B-1C78-6E59D50CDBE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AED661D7-36B3-45C2-C555-4B736AFB4D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872668E9-494E-9A39-D6B1-700F876236C3}"/>
              </a:ext>
            </a:extLst>
          </p:cNvPr>
          <p:cNvSpPr>
            <a:spLocks noGrp="1" noChangeArrowheads="1"/>
          </p:cNvSpPr>
          <p:nvPr>
            <p:ph type="sldNum" sz="quarter" idx="12"/>
          </p:nvPr>
        </p:nvSpPr>
        <p:spPr>
          <a:ln/>
        </p:spPr>
        <p:txBody>
          <a:bodyPr/>
          <a:lstStyle>
            <a:lvl1pPr>
              <a:defRPr/>
            </a:lvl1pPr>
          </a:lstStyle>
          <a:p>
            <a:fld id="{A8A06B8E-8DCC-CB42-A619-FBDDF18038E6}" type="slidenum">
              <a:rPr lang="zh-CN" altLang="en-US"/>
              <a:pPr/>
              <a:t>‹#›</a:t>
            </a:fld>
            <a:endParaRPr lang="en-US" altLang="zh-CN"/>
          </a:p>
        </p:txBody>
      </p:sp>
    </p:spTree>
    <p:extLst>
      <p:ext uri="{BB962C8B-B14F-4D97-AF65-F5344CB8AC3E}">
        <p14:creationId xmlns:p14="http://schemas.microsoft.com/office/powerpoint/2010/main" val="2032692721"/>
      </p:ext>
    </p:extLst>
  </p:cSld>
  <p:clrMapOvr>
    <a:masterClrMapping/>
  </p:clrMapOvr>
  <p:transition>
    <p:cover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6549623D-09B3-5891-08EC-228EF4FB085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F108E420-D7FC-35B7-5385-C222B31505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5E475F18-EFC7-03FF-1DFF-0F59BE1130FF}"/>
              </a:ext>
            </a:extLst>
          </p:cNvPr>
          <p:cNvSpPr>
            <a:spLocks noGrp="1" noChangeArrowheads="1"/>
          </p:cNvSpPr>
          <p:nvPr>
            <p:ph type="sldNum" sz="quarter" idx="12"/>
          </p:nvPr>
        </p:nvSpPr>
        <p:spPr>
          <a:ln/>
        </p:spPr>
        <p:txBody>
          <a:bodyPr/>
          <a:lstStyle>
            <a:lvl1pPr>
              <a:defRPr/>
            </a:lvl1pPr>
          </a:lstStyle>
          <a:p>
            <a:fld id="{1A156D64-024A-B848-A643-CDF07E0FEC26}" type="slidenum">
              <a:rPr lang="zh-CN" altLang="en-US"/>
              <a:pPr/>
              <a:t>‹#›</a:t>
            </a:fld>
            <a:endParaRPr lang="en-US" altLang="zh-CN"/>
          </a:p>
        </p:txBody>
      </p:sp>
    </p:spTree>
    <p:extLst>
      <p:ext uri="{BB962C8B-B14F-4D97-AF65-F5344CB8AC3E}">
        <p14:creationId xmlns:p14="http://schemas.microsoft.com/office/powerpoint/2010/main" val="224518396"/>
      </p:ext>
    </p:extLst>
  </p:cSld>
  <p:clrMapOvr>
    <a:masterClrMapping/>
  </p:clrMapOvr>
  <p:transition>
    <p:cover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6088" y="722313"/>
            <a:ext cx="2159000" cy="5334000"/>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317500" y="722313"/>
            <a:ext cx="6326188" cy="53340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0065B4F6-8AD9-0097-8320-40A384A03DC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FB2F5CDC-1BE6-30BE-AF76-EA0E2A2CBF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0DD2EBC2-5283-D5CB-2DF9-F532F2899827}"/>
              </a:ext>
            </a:extLst>
          </p:cNvPr>
          <p:cNvSpPr>
            <a:spLocks noGrp="1" noChangeArrowheads="1"/>
          </p:cNvSpPr>
          <p:nvPr>
            <p:ph type="sldNum" sz="quarter" idx="12"/>
          </p:nvPr>
        </p:nvSpPr>
        <p:spPr>
          <a:ln/>
        </p:spPr>
        <p:txBody>
          <a:bodyPr/>
          <a:lstStyle>
            <a:lvl1pPr>
              <a:defRPr/>
            </a:lvl1pPr>
          </a:lstStyle>
          <a:p>
            <a:fld id="{2CF75E54-867F-E24C-AD41-187A28AF160B}" type="slidenum">
              <a:rPr lang="zh-CN" altLang="en-US"/>
              <a:pPr/>
              <a:t>‹#›</a:t>
            </a:fld>
            <a:endParaRPr lang="en-US" altLang="zh-CN"/>
          </a:p>
        </p:txBody>
      </p:sp>
    </p:spTree>
    <p:extLst>
      <p:ext uri="{BB962C8B-B14F-4D97-AF65-F5344CB8AC3E}">
        <p14:creationId xmlns:p14="http://schemas.microsoft.com/office/powerpoint/2010/main" val="2970818668"/>
      </p:ext>
    </p:extLst>
  </p:cSld>
  <p:clrMapOvr>
    <a:masterClrMapping/>
  </p:clrMapOvr>
  <p:transition>
    <p:cover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7">
            <a:extLst>
              <a:ext uri="{FF2B5EF4-FFF2-40B4-BE49-F238E27FC236}">
                <a16:creationId xmlns:a16="http://schemas.microsoft.com/office/drawing/2014/main" id="{1224C3E3-C428-C83C-6CE3-22892D5F83E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0D0327A3-62F3-8038-7D77-2710F8BADC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A16C3F26-59A5-3011-F30C-B406D72DE70E}"/>
              </a:ext>
            </a:extLst>
          </p:cNvPr>
          <p:cNvSpPr>
            <a:spLocks noGrp="1" noChangeArrowheads="1"/>
          </p:cNvSpPr>
          <p:nvPr>
            <p:ph type="sldNum" sz="quarter" idx="12"/>
          </p:nvPr>
        </p:nvSpPr>
        <p:spPr>
          <a:ln/>
        </p:spPr>
        <p:txBody>
          <a:bodyPr/>
          <a:lstStyle>
            <a:lvl1pPr>
              <a:defRPr/>
            </a:lvl1pPr>
          </a:lstStyle>
          <a:p>
            <a:fld id="{70BF9996-F415-2147-AE9F-C915CC600BBF}" type="slidenum">
              <a:rPr lang="zh-CN" altLang="en-US"/>
              <a:pPr/>
              <a:t>‹#›</a:t>
            </a:fld>
            <a:endParaRPr lang="en-US" altLang="zh-CN"/>
          </a:p>
        </p:txBody>
      </p:sp>
    </p:spTree>
    <p:extLst>
      <p:ext uri="{BB962C8B-B14F-4D97-AF65-F5344CB8AC3E}">
        <p14:creationId xmlns:p14="http://schemas.microsoft.com/office/powerpoint/2010/main" val="159503734"/>
      </p:ext>
    </p:extLst>
  </p:cSld>
  <p:clrMapOvr>
    <a:masterClrMapping/>
  </p:clrMapOvr>
  <p:transition>
    <p:cover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E7C5EFFF-CB0F-2EE8-C499-AFE5DF32C2D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388EA1DD-369F-053D-E3F3-2C127F11208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B85B0F51-3FE2-B835-A7AF-7E20793864D8}"/>
              </a:ext>
            </a:extLst>
          </p:cNvPr>
          <p:cNvSpPr>
            <a:spLocks noGrp="1" noChangeArrowheads="1"/>
          </p:cNvSpPr>
          <p:nvPr>
            <p:ph type="sldNum" sz="quarter" idx="12"/>
          </p:nvPr>
        </p:nvSpPr>
        <p:spPr>
          <a:ln/>
        </p:spPr>
        <p:txBody>
          <a:bodyPr/>
          <a:lstStyle>
            <a:lvl1pPr>
              <a:defRPr/>
            </a:lvl1pPr>
          </a:lstStyle>
          <a:p>
            <a:fld id="{87E1AD8B-0660-B048-A4CE-12548D7AC4DD}" type="slidenum">
              <a:rPr lang="zh-CN" altLang="en-US"/>
              <a:pPr/>
              <a:t>‹#›</a:t>
            </a:fld>
            <a:endParaRPr lang="en-US" altLang="zh-CN"/>
          </a:p>
        </p:txBody>
      </p:sp>
    </p:spTree>
    <p:extLst>
      <p:ext uri="{BB962C8B-B14F-4D97-AF65-F5344CB8AC3E}">
        <p14:creationId xmlns:p14="http://schemas.microsoft.com/office/powerpoint/2010/main" val="1815343403"/>
      </p:ext>
    </p:extLst>
  </p:cSld>
  <p:clrMapOvr>
    <a:masterClrMapping/>
  </p:clrMapOvr>
  <p:transition>
    <p:cover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a:extLst>
              <a:ext uri="{FF2B5EF4-FFF2-40B4-BE49-F238E27FC236}">
                <a16:creationId xmlns:a16="http://schemas.microsoft.com/office/drawing/2014/main" id="{F9F8F80B-3083-C68F-8290-ED78C56497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F19D933D-6008-102B-9316-3CBC670E9D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A419119B-8E4F-7BD8-EF7C-7BBABF716009}"/>
              </a:ext>
            </a:extLst>
          </p:cNvPr>
          <p:cNvSpPr>
            <a:spLocks noGrp="1" noChangeArrowheads="1"/>
          </p:cNvSpPr>
          <p:nvPr>
            <p:ph type="sldNum" sz="quarter" idx="12"/>
          </p:nvPr>
        </p:nvSpPr>
        <p:spPr>
          <a:ln/>
        </p:spPr>
        <p:txBody>
          <a:bodyPr/>
          <a:lstStyle>
            <a:lvl1pPr>
              <a:defRPr/>
            </a:lvl1pPr>
          </a:lstStyle>
          <a:p>
            <a:fld id="{2D73D508-F20A-E44F-BF7E-9448F044D82D}" type="slidenum">
              <a:rPr lang="zh-CN" altLang="en-US"/>
              <a:pPr/>
              <a:t>‹#›</a:t>
            </a:fld>
            <a:endParaRPr lang="en-US" altLang="zh-CN"/>
          </a:p>
        </p:txBody>
      </p:sp>
    </p:spTree>
    <p:extLst>
      <p:ext uri="{BB962C8B-B14F-4D97-AF65-F5344CB8AC3E}">
        <p14:creationId xmlns:p14="http://schemas.microsoft.com/office/powerpoint/2010/main" val="466823943"/>
      </p:ext>
    </p:extLst>
  </p:cSld>
  <p:clrMapOvr>
    <a:masterClrMapping/>
  </p:clrMapOvr>
  <p:transition>
    <p:cover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3" y="1941513"/>
            <a:ext cx="402748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508500" y="1941513"/>
            <a:ext cx="40290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7">
            <a:extLst>
              <a:ext uri="{FF2B5EF4-FFF2-40B4-BE49-F238E27FC236}">
                <a16:creationId xmlns:a16="http://schemas.microsoft.com/office/drawing/2014/main" id="{D0639E2C-182D-6FA5-94B7-8AFD68EDCC5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CDE3864E-69C2-AEE0-7058-62B293AAFFE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CACF906D-85F9-A035-378A-5ADAA16753EB}"/>
              </a:ext>
            </a:extLst>
          </p:cNvPr>
          <p:cNvSpPr>
            <a:spLocks noGrp="1" noChangeArrowheads="1"/>
          </p:cNvSpPr>
          <p:nvPr>
            <p:ph type="sldNum" sz="quarter" idx="12"/>
          </p:nvPr>
        </p:nvSpPr>
        <p:spPr>
          <a:ln/>
        </p:spPr>
        <p:txBody>
          <a:bodyPr/>
          <a:lstStyle>
            <a:lvl1pPr>
              <a:defRPr/>
            </a:lvl1pPr>
          </a:lstStyle>
          <a:p>
            <a:fld id="{16DA5398-3061-BA4D-8052-F4FB425A08DA}" type="slidenum">
              <a:rPr lang="zh-CN" altLang="en-US"/>
              <a:pPr/>
              <a:t>‹#›</a:t>
            </a:fld>
            <a:endParaRPr lang="en-US" altLang="zh-CN"/>
          </a:p>
        </p:txBody>
      </p:sp>
    </p:spTree>
    <p:extLst>
      <p:ext uri="{BB962C8B-B14F-4D97-AF65-F5344CB8AC3E}">
        <p14:creationId xmlns:p14="http://schemas.microsoft.com/office/powerpoint/2010/main" val="830276749"/>
      </p:ext>
    </p:extLst>
  </p:cSld>
  <p:clrMapOvr>
    <a:masterClrMapping/>
  </p:clrMapOvr>
  <p:transition>
    <p:cover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7">
            <a:extLst>
              <a:ext uri="{FF2B5EF4-FFF2-40B4-BE49-F238E27FC236}">
                <a16:creationId xmlns:a16="http://schemas.microsoft.com/office/drawing/2014/main" id="{7583952E-67A9-1463-F53B-75F7079AAF4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8">
            <a:extLst>
              <a:ext uri="{FF2B5EF4-FFF2-40B4-BE49-F238E27FC236}">
                <a16:creationId xmlns:a16="http://schemas.microsoft.com/office/drawing/2014/main" id="{80D7CE3A-8B1C-2052-4C60-1D0834D932F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9">
            <a:extLst>
              <a:ext uri="{FF2B5EF4-FFF2-40B4-BE49-F238E27FC236}">
                <a16:creationId xmlns:a16="http://schemas.microsoft.com/office/drawing/2014/main" id="{62B3BF66-DEFB-FB65-81CA-54AB10CD3A1F}"/>
              </a:ext>
            </a:extLst>
          </p:cNvPr>
          <p:cNvSpPr>
            <a:spLocks noGrp="1" noChangeArrowheads="1"/>
          </p:cNvSpPr>
          <p:nvPr>
            <p:ph type="sldNum" sz="quarter" idx="12"/>
          </p:nvPr>
        </p:nvSpPr>
        <p:spPr>
          <a:ln/>
        </p:spPr>
        <p:txBody>
          <a:bodyPr/>
          <a:lstStyle>
            <a:lvl1pPr>
              <a:defRPr/>
            </a:lvl1pPr>
          </a:lstStyle>
          <a:p>
            <a:fld id="{B98D5E12-3B85-B54B-92BC-989CB79EF842}" type="slidenum">
              <a:rPr lang="zh-CN" altLang="en-US"/>
              <a:pPr/>
              <a:t>‹#›</a:t>
            </a:fld>
            <a:endParaRPr lang="en-US" altLang="zh-CN"/>
          </a:p>
        </p:txBody>
      </p:sp>
    </p:spTree>
    <p:extLst>
      <p:ext uri="{BB962C8B-B14F-4D97-AF65-F5344CB8AC3E}">
        <p14:creationId xmlns:p14="http://schemas.microsoft.com/office/powerpoint/2010/main" val="3828782977"/>
      </p:ext>
    </p:extLst>
  </p:cSld>
  <p:clrMapOvr>
    <a:masterClrMapping/>
  </p:clrMapOvr>
  <p:transition>
    <p:cover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a:extLst>
              <a:ext uri="{FF2B5EF4-FFF2-40B4-BE49-F238E27FC236}">
                <a16:creationId xmlns:a16="http://schemas.microsoft.com/office/drawing/2014/main" id="{2ADFC362-1580-8406-F341-041A8F7A62D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8">
            <a:extLst>
              <a:ext uri="{FF2B5EF4-FFF2-40B4-BE49-F238E27FC236}">
                <a16:creationId xmlns:a16="http://schemas.microsoft.com/office/drawing/2014/main" id="{50A77995-8595-CB4C-11FA-3EAF9E8A02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DB6996EA-0C21-D55E-A0ED-B8BE63302E44}"/>
              </a:ext>
            </a:extLst>
          </p:cNvPr>
          <p:cNvSpPr>
            <a:spLocks noGrp="1" noChangeArrowheads="1"/>
          </p:cNvSpPr>
          <p:nvPr>
            <p:ph type="sldNum" sz="quarter" idx="12"/>
          </p:nvPr>
        </p:nvSpPr>
        <p:spPr>
          <a:ln/>
        </p:spPr>
        <p:txBody>
          <a:bodyPr/>
          <a:lstStyle>
            <a:lvl1pPr>
              <a:defRPr/>
            </a:lvl1pPr>
          </a:lstStyle>
          <a:p>
            <a:fld id="{3230F0A9-0FC0-BE48-AF85-FC95F8134DD5}" type="slidenum">
              <a:rPr lang="zh-CN" altLang="en-US"/>
              <a:pPr/>
              <a:t>‹#›</a:t>
            </a:fld>
            <a:endParaRPr lang="en-US" altLang="zh-CN"/>
          </a:p>
        </p:txBody>
      </p:sp>
    </p:spTree>
    <p:extLst>
      <p:ext uri="{BB962C8B-B14F-4D97-AF65-F5344CB8AC3E}">
        <p14:creationId xmlns:p14="http://schemas.microsoft.com/office/powerpoint/2010/main" val="687936723"/>
      </p:ext>
    </p:extLst>
  </p:cSld>
  <p:clrMapOvr>
    <a:masterClrMapping/>
  </p:clrMapOvr>
  <p:transition>
    <p:cover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06DDD0C-9989-6CCD-8983-28889CB0298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8">
            <a:extLst>
              <a:ext uri="{FF2B5EF4-FFF2-40B4-BE49-F238E27FC236}">
                <a16:creationId xmlns:a16="http://schemas.microsoft.com/office/drawing/2014/main" id="{056FFE12-D1FC-F84D-CCAF-9AA790DC5CD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9">
            <a:extLst>
              <a:ext uri="{FF2B5EF4-FFF2-40B4-BE49-F238E27FC236}">
                <a16:creationId xmlns:a16="http://schemas.microsoft.com/office/drawing/2014/main" id="{E64474FB-56DD-B68E-A9FC-721CFB31C4F8}"/>
              </a:ext>
            </a:extLst>
          </p:cNvPr>
          <p:cNvSpPr>
            <a:spLocks noGrp="1" noChangeArrowheads="1"/>
          </p:cNvSpPr>
          <p:nvPr>
            <p:ph type="sldNum" sz="quarter" idx="12"/>
          </p:nvPr>
        </p:nvSpPr>
        <p:spPr>
          <a:ln/>
        </p:spPr>
        <p:txBody>
          <a:bodyPr/>
          <a:lstStyle>
            <a:lvl1pPr>
              <a:defRPr/>
            </a:lvl1pPr>
          </a:lstStyle>
          <a:p>
            <a:fld id="{0F6DB233-4182-FD4A-9071-3E2C647F740D}" type="slidenum">
              <a:rPr lang="zh-CN" altLang="en-US"/>
              <a:pPr/>
              <a:t>‹#›</a:t>
            </a:fld>
            <a:endParaRPr lang="en-US" altLang="zh-CN"/>
          </a:p>
        </p:txBody>
      </p:sp>
    </p:spTree>
    <p:extLst>
      <p:ext uri="{BB962C8B-B14F-4D97-AF65-F5344CB8AC3E}">
        <p14:creationId xmlns:p14="http://schemas.microsoft.com/office/powerpoint/2010/main" val="629702645"/>
      </p:ext>
    </p:extLst>
  </p:cSld>
  <p:clrMapOvr>
    <a:masterClrMapping/>
  </p:clrMapOvr>
  <p:transition>
    <p:cover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a:extLst>
              <a:ext uri="{FF2B5EF4-FFF2-40B4-BE49-F238E27FC236}">
                <a16:creationId xmlns:a16="http://schemas.microsoft.com/office/drawing/2014/main" id="{5A0230FD-2D85-A996-551E-289207DAC46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DFF13842-8368-10B7-D44B-2E547606A6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F41896BE-639F-C3C5-4FD7-E7EBE07B88E4}"/>
              </a:ext>
            </a:extLst>
          </p:cNvPr>
          <p:cNvSpPr>
            <a:spLocks noGrp="1" noChangeArrowheads="1"/>
          </p:cNvSpPr>
          <p:nvPr>
            <p:ph type="sldNum" sz="quarter" idx="12"/>
          </p:nvPr>
        </p:nvSpPr>
        <p:spPr>
          <a:ln/>
        </p:spPr>
        <p:txBody>
          <a:bodyPr/>
          <a:lstStyle>
            <a:lvl1pPr>
              <a:defRPr/>
            </a:lvl1pPr>
          </a:lstStyle>
          <a:p>
            <a:fld id="{218930DB-0308-9E45-8988-77DCE4E74229}" type="slidenum">
              <a:rPr lang="zh-CN" altLang="en-US"/>
              <a:pPr/>
              <a:t>‹#›</a:t>
            </a:fld>
            <a:endParaRPr lang="en-US" altLang="zh-CN"/>
          </a:p>
        </p:txBody>
      </p:sp>
    </p:spTree>
    <p:extLst>
      <p:ext uri="{BB962C8B-B14F-4D97-AF65-F5344CB8AC3E}">
        <p14:creationId xmlns:p14="http://schemas.microsoft.com/office/powerpoint/2010/main" val="2730966617"/>
      </p:ext>
    </p:extLst>
  </p:cSld>
  <p:clrMapOvr>
    <a:masterClrMapping/>
  </p:clrMapOvr>
  <p:transition>
    <p:cover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a:extLst>
              <a:ext uri="{FF2B5EF4-FFF2-40B4-BE49-F238E27FC236}">
                <a16:creationId xmlns:a16="http://schemas.microsoft.com/office/drawing/2014/main" id="{1623C556-976A-ED9D-EFE7-D294ED4B779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C04FE015-7CE6-F9C1-8A3D-BDE68C4126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3B39E967-4122-EFFD-8234-335AF940073F}"/>
              </a:ext>
            </a:extLst>
          </p:cNvPr>
          <p:cNvSpPr>
            <a:spLocks noGrp="1" noChangeArrowheads="1"/>
          </p:cNvSpPr>
          <p:nvPr>
            <p:ph type="sldNum" sz="quarter" idx="12"/>
          </p:nvPr>
        </p:nvSpPr>
        <p:spPr>
          <a:ln/>
        </p:spPr>
        <p:txBody>
          <a:bodyPr/>
          <a:lstStyle>
            <a:lvl1pPr>
              <a:defRPr/>
            </a:lvl1pPr>
          </a:lstStyle>
          <a:p>
            <a:fld id="{37DD0890-3272-C345-9079-D76D88AB81D9}" type="slidenum">
              <a:rPr lang="zh-CN" altLang="en-US"/>
              <a:pPr/>
              <a:t>‹#›</a:t>
            </a:fld>
            <a:endParaRPr lang="en-US" altLang="zh-CN"/>
          </a:p>
        </p:txBody>
      </p:sp>
    </p:spTree>
    <p:extLst>
      <p:ext uri="{BB962C8B-B14F-4D97-AF65-F5344CB8AC3E}">
        <p14:creationId xmlns:p14="http://schemas.microsoft.com/office/powerpoint/2010/main" val="2839450591"/>
      </p:ext>
    </p:extLst>
  </p:cSld>
  <p:clrMapOvr>
    <a:masterClrMapping/>
  </p:clrMapOvr>
  <p:transition>
    <p:cover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C670D15A-5193-5C7A-E38F-63444FFC95E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325E203E-827A-5E54-3F33-CFAB50D87C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C0331DF9-C35E-7EFE-AB68-EFA5335FD516}"/>
              </a:ext>
            </a:extLst>
          </p:cNvPr>
          <p:cNvSpPr>
            <a:spLocks noGrp="1" noChangeArrowheads="1"/>
          </p:cNvSpPr>
          <p:nvPr>
            <p:ph type="sldNum" sz="quarter" idx="12"/>
          </p:nvPr>
        </p:nvSpPr>
        <p:spPr>
          <a:ln/>
        </p:spPr>
        <p:txBody>
          <a:bodyPr/>
          <a:lstStyle>
            <a:lvl1pPr>
              <a:defRPr/>
            </a:lvl1pPr>
          </a:lstStyle>
          <a:p>
            <a:fld id="{ED81777B-2DAC-E146-860F-774CAB2DAA33}" type="slidenum">
              <a:rPr lang="zh-CN" altLang="en-US"/>
              <a:pPr/>
              <a:t>‹#›</a:t>
            </a:fld>
            <a:endParaRPr lang="en-US" altLang="zh-CN"/>
          </a:p>
        </p:txBody>
      </p:sp>
    </p:spTree>
    <p:extLst>
      <p:ext uri="{BB962C8B-B14F-4D97-AF65-F5344CB8AC3E}">
        <p14:creationId xmlns:p14="http://schemas.microsoft.com/office/powerpoint/2010/main" val="3446580205"/>
      </p:ext>
    </p:extLst>
  </p:cSld>
  <p:clrMapOvr>
    <a:masterClrMapping/>
  </p:clrMapOvr>
  <p:transition>
    <p:cover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6088" y="722313"/>
            <a:ext cx="2159000" cy="5334000"/>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317500" y="722313"/>
            <a:ext cx="6326188" cy="53340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7">
            <a:extLst>
              <a:ext uri="{FF2B5EF4-FFF2-40B4-BE49-F238E27FC236}">
                <a16:creationId xmlns:a16="http://schemas.microsoft.com/office/drawing/2014/main" id="{374653FB-C3BD-4484-17B8-8704522A6F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112B19A6-73C1-10BE-BFEE-8923826F243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184C179D-3602-D063-CCEB-7AB32FC9EF68}"/>
              </a:ext>
            </a:extLst>
          </p:cNvPr>
          <p:cNvSpPr>
            <a:spLocks noGrp="1" noChangeArrowheads="1"/>
          </p:cNvSpPr>
          <p:nvPr>
            <p:ph type="sldNum" sz="quarter" idx="12"/>
          </p:nvPr>
        </p:nvSpPr>
        <p:spPr>
          <a:ln/>
        </p:spPr>
        <p:txBody>
          <a:bodyPr/>
          <a:lstStyle>
            <a:lvl1pPr>
              <a:defRPr/>
            </a:lvl1pPr>
          </a:lstStyle>
          <a:p>
            <a:fld id="{DC3A69B9-606C-844E-9E4D-29E19F23E4E1}" type="slidenum">
              <a:rPr lang="zh-CN" altLang="en-US"/>
              <a:pPr/>
              <a:t>‹#›</a:t>
            </a:fld>
            <a:endParaRPr lang="en-US" altLang="zh-CN"/>
          </a:p>
        </p:txBody>
      </p:sp>
    </p:spTree>
    <p:extLst>
      <p:ext uri="{BB962C8B-B14F-4D97-AF65-F5344CB8AC3E}">
        <p14:creationId xmlns:p14="http://schemas.microsoft.com/office/powerpoint/2010/main" val="856578329"/>
      </p:ext>
    </p:extLst>
  </p:cSld>
  <p:clrMapOvr>
    <a:masterClrMapping/>
  </p:clrMapOvr>
  <p:transition>
    <p:cover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2"/>
            </a:gs>
            <a:gs pos="100000">
              <a:schemeClr val="bg1"/>
            </a:gs>
          </a:gsLst>
          <a:path path="rect">
            <a:fillToRect r="100000" b="100000"/>
          </a:path>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A636F4CA-F1B2-C32C-1FFA-4B79E6A59E65}"/>
              </a:ext>
            </a:extLst>
          </p:cNvPr>
          <p:cNvGrpSpPr>
            <a:grpSpLocks noChangeAspect="1"/>
          </p:cNvGrpSpPr>
          <p:nvPr/>
        </p:nvGrpSpPr>
        <p:grpSpPr bwMode="auto">
          <a:xfrm>
            <a:off x="-6350" y="1636713"/>
            <a:ext cx="9147175" cy="4618037"/>
            <a:chOff x="0" y="0"/>
            <a:chExt cx="5763" cy="2909"/>
          </a:xfrm>
        </p:grpSpPr>
        <p:pic>
          <p:nvPicPr>
            <p:cNvPr id="2" name="Picture 3" descr="ARTHSEPA">
              <a:extLst>
                <a:ext uri="{FF2B5EF4-FFF2-40B4-BE49-F238E27FC236}">
                  <a16:creationId xmlns:a16="http://schemas.microsoft.com/office/drawing/2014/main" id="{ECCF0015-A493-5833-DFEC-FD2E2252155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83" y="2862"/>
              <a:ext cx="198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Arthsepa">
              <a:extLst>
                <a:ext uri="{FF2B5EF4-FFF2-40B4-BE49-F238E27FC236}">
                  <a16:creationId xmlns:a16="http://schemas.microsoft.com/office/drawing/2014/main" id="{8C8CF8A9-2406-A009-EAE8-EAE725E8933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832" cy="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Rectangle 5">
            <a:extLst>
              <a:ext uri="{FF2B5EF4-FFF2-40B4-BE49-F238E27FC236}">
                <a16:creationId xmlns:a16="http://schemas.microsoft.com/office/drawing/2014/main" id="{612C5DC6-1C11-828F-4657-19309B977688}"/>
              </a:ext>
            </a:extLst>
          </p:cNvPr>
          <p:cNvSpPr>
            <a:spLocks noGrp="1" noChangeArrowheads="1"/>
          </p:cNvSpPr>
          <p:nvPr>
            <p:ph type="title"/>
          </p:nvPr>
        </p:nvSpPr>
        <p:spPr bwMode="auto">
          <a:xfrm>
            <a:off x="317500" y="722313"/>
            <a:ext cx="86375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zh-CN" altLang="en-US"/>
              <a:t>单击此处编辑母版标题样式</a:t>
            </a:r>
          </a:p>
        </p:txBody>
      </p:sp>
      <p:sp>
        <p:nvSpPr>
          <p:cNvPr id="1028" name="Rectangle 6">
            <a:extLst>
              <a:ext uri="{FF2B5EF4-FFF2-40B4-BE49-F238E27FC236}">
                <a16:creationId xmlns:a16="http://schemas.microsoft.com/office/drawing/2014/main" id="{C4446969-8C10-5797-C338-3536BAA61118}"/>
              </a:ext>
            </a:extLst>
          </p:cNvPr>
          <p:cNvSpPr>
            <a:spLocks noGrp="1" noChangeArrowheads="1"/>
          </p:cNvSpPr>
          <p:nvPr>
            <p:ph type="body" idx="1"/>
          </p:nvPr>
        </p:nvSpPr>
        <p:spPr bwMode="auto">
          <a:xfrm>
            <a:off x="328613" y="1941513"/>
            <a:ext cx="82089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1031" name="Rectangle 7">
            <a:extLst>
              <a:ext uri="{FF2B5EF4-FFF2-40B4-BE49-F238E27FC236}">
                <a16:creationId xmlns:a16="http://schemas.microsoft.com/office/drawing/2014/main" id="{73F5AF27-9601-1F8E-8A77-950A3C626918}"/>
              </a:ext>
            </a:extLst>
          </p:cNvPr>
          <p:cNvSpPr>
            <a:spLocks noGrp="1" noChangeArrowheads="1"/>
          </p:cNvSpPr>
          <p:nvPr>
            <p:ph type="dt" sz="half" idx="2"/>
          </p:nvPr>
        </p:nvSpPr>
        <p:spPr bwMode="auto">
          <a:xfrm>
            <a:off x="3433763" y="634365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ctr" eaLnBrk="1" hangingPunct="1">
              <a:defRPr sz="1400">
                <a:latin typeface="Times New Roman" charset="0"/>
                <a:ea typeface="宋体" charset="0"/>
              </a:defRPr>
            </a:lvl1pPr>
          </a:lstStyle>
          <a:p>
            <a:pPr>
              <a:defRPr/>
            </a:pPr>
            <a:endParaRPr lang="en-US"/>
          </a:p>
        </p:txBody>
      </p:sp>
      <p:sp>
        <p:nvSpPr>
          <p:cNvPr id="1032" name="Rectangle 8">
            <a:extLst>
              <a:ext uri="{FF2B5EF4-FFF2-40B4-BE49-F238E27FC236}">
                <a16:creationId xmlns:a16="http://schemas.microsoft.com/office/drawing/2014/main" id="{BCC81729-0EE5-93CC-1A03-CC0FD977E777}"/>
              </a:ext>
            </a:extLst>
          </p:cNvPr>
          <p:cNvSpPr>
            <a:spLocks noGrp="1" noChangeArrowheads="1"/>
          </p:cNvSpPr>
          <p:nvPr>
            <p:ph type="ftr" sz="quarter" idx="3"/>
          </p:nvPr>
        </p:nvSpPr>
        <p:spPr bwMode="auto">
          <a:xfrm>
            <a:off x="6108700" y="634365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eaLnBrk="1" hangingPunct="1">
              <a:defRPr sz="1400">
                <a:latin typeface="Times New Roman" charset="0"/>
                <a:ea typeface="宋体" charset="0"/>
              </a:defRPr>
            </a:lvl1pPr>
          </a:lstStyle>
          <a:p>
            <a:pPr>
              <a:defRPr/>
            </a:pPr>
            <a:endParaRPr lang="en-US"/>
          </a:p>
        </p:txBody>
      </p:sp>
      <p:sp>
        <p:nvSpPr>
          <p:cNvPr id="1033" name="Rectangle 9">
            <a:extLst>
              <a:ext uri="{FF2B5EF4-FFF2-40B4-BE49-F238E27FC236}">
                <a16:creationId xmlns:a16="http://schemas.microsoft.com/office/drawing/2014/main" id="{E557D852-0075-9F6F-5B9C-200D85278303}"/>
              </a:ext>
            </a:extLst>
          </p:cNvPr>
          <p:cNvSpPr>
            <a:spLocks noGrp="1" noChangeArrowheads="1"/>
          </p:cNvSpPr>
          <p:nvPr>
            <p:ph type="sldNum" sz="quarter" idx="4"/>
          </p:nvPr>
        </p:nvSpPr>
        <p:spPr bwMode="auto">
          <a:xfrm>
            <a:off x="146050" y="6361113"/>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2400"/>
            </a:lvl1pPr>
          </a:lstStyle>
          <a:p>
            <a:fld id="{23DCBE7B-22E0-A340-9AD3-BD8EAEE9A731}"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ransition>
    <p:cover dir="u"/>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2pPr>
      <a:lvl3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3pPr>
      <a:lvl4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4pPr>
      <a:lvl5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5pPr>
      <a:lvl6pPr marL="457200" algn="l" rtl="0" eaLnBrk="0" fontAlgn="base" hangingPunct="0">
        <a:spcBef>
          <a:spcPct val="0"/>
        </a:spcBef>
        <a:spcAft>
          <a:spcPct val="0"/>
        </a:spcAft>
        <a:defRPr sz="4400">
          <a:solidFill>
            <a:schemeClr val="tx2"/>
          </a:solidFill>
          <a:latin typeface="Times New Roman" charset="0"/>
          <a:ea typeface="宋体" charset="0"/>
          <a:cs typeface="宋体" charset="0"/>
        </a:defRPr>
      </a:lvl6pPr>
      <a:lvl7pPr marL="914400" algn="l" rtl="0" eaLnBrk="0" fontAlgn="base" hangingPunct="0">
        <a:spcBef>
          <a:spcPct val="0"/>
        </a:spcBef>
        <a:spcAft>
          <a:spcPct val="0"/>
        </a:spcAft>
        <a:defRPr sz="4400">
          <a:solidFill>
            <a:schemeClr val="tx2"/>
          </a:solidFill>
          <a:latin typeface="Times New Roman" charset="0"/>
          <a:ea typeface="宋体" charset="0"/>
          <a:cs typeface="宋体" charset="0"/>
        </a:defRPr>
      </a:lvl7pPr>
      <a:lvl8pPr marL="1371600" algn="l" rtl="0" eaLnBrk="0" fontAlgn="base" hangingPunct="0">
        <a:spcBef>
          <a:spcPct val="0"/>
        </a:spcBef>
        <a:spcAft>
          <a:spcPct val="0"/>
        </a:spcAft>
        <a:defRPr sz="4400">
          <a:solidFill>
            <a:schemeClr val="tx2"/>
          </a:solidFill>
          <a:latin typeface="Times New Roman" charset="0"/>
          <a:ea typeface="宋体" charset="0"/>
          <a:cs typeface="宋体" charset="0"/>
        </a:defRPr>
      </a:lvl8pPr>
      <a:lvl9pPr marL="1828800" algn="l" rtl="0" eaLnBrk="0" fontAlgn="base" hangingPunct="0">
        <a:spcBef>
          <a:spcPct val="0"/>
        </a:spcBef>
        <a:spcAft>
          <a:spcPct val="0"/>
        </a:spcAft>
        <a:defRPr sz="4400">
          <a:solidFill>
            <a:schemeClr val="tx2"/>
          </a:solidFill>
          <a:latin typeface="Times New Roman" charset="0"/>
          <a:ea typeface="宋体" charset="0"/>
          <a:cs typeface="宋体" charset="0"/>
        </a:defRPr>
      </a:lvl9pPr>
    </p:titleStyle>
    <p:bodyStyle>
      <a:lvl1pPr marL="342900" indent="-342900" algn="l" rtl="0" eaLnBrk="0" fontAlgn="base" hangingPunct="0">
        <a:spcBef>
          <a:spcPct val="20000"/>
        </a:spcBef>
        <a:spcAft>
          <a:spcPct val="0"/>
        </a:spcAft>
        <a:buClr>
          <a:srgbClr val="CCFF33"/>
        </a:buClr>
        <a:buSzPct val="7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6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rgbClr val="0099CC"/>
        </a:buClr>
        <a:buSzPct val="65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5000"/>
        <a:buFont typeface="Wingdings" pitchFamily="2" charset="2"/>
        <a:buChar char="n"/>
        <a:defRPr kumimoji="1" sz="2000">
          <a:solidFill>
            <a:schemeClr val="tx1"/>
          </a:solidFill>
          <a:latin typeface="+mn-lt"/>
          <a:ea typeface="+mn-ea"/>
        </a:defRPr>
      </a:lvl5pPr>
      <a:lvl6pPr marL="25146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chemeClr val="bg2"/>
            </a:gs>
            <a:gs pos="100000">
              <a:schemeClr val="bg1"/>
            </a:gs>
          </a:gsLst>
          <a:path path="rect">
            <a:fillToRect r="100000" b="100000"/>
          </a:path>
        </a:gradFill>
        <a:effectLst/>
      </p:bgPr>
    </p:bg>
    <p:spTree>
      <p:nvGrpSpPr>
        <p:cNvPr id="1" name=""/>
        <p:cNvGrpSpPr/>
        <p:nvPr/>
      </p:nvGrpSpPr>
      <p:grpSpPr>
        <a:xfrm>
          <a:off x="0" y="0"/>
          <a:ext cx="0" cy="0"/>
          <a:chOff x="0" y="0"/>
          <a:chExt cx="0" cy="0"/>
        </a:xfrm>
      </p:grpSpPr>
      <p:grpSp>
        <p:nvGrpSpPr>
          <p:cNvPr id="13314" name="Group 2">
            <a:extLst>
              <a:ext uri="{FF2B5EF4-FFF2-40B4-BE49-F238E27FC236}">
                <a16:creationId xmlns:a16="http://schemas.microsoft.com/office/drawing/2014/main" id="{0E42F80F-8F2D-8390-9A8A-E84C363002B0}"/>
              </a:ext>
            </a:extLst>
          </p:cNvPr>
          <p:cNvGrpSpPr>
            <a:grpSpLocks noChangeAspect="1"/>
          </p:cNvGrpSpPr>
          <p:nvPr/>
        </p:nvGrpSpPr>
        <p:grpSpPr bwMode="auto">
          <a:xfrm>
            <a:off x="0" y="0"/>
            <a:ext cx="9144000" cy="3365500"/>
            <a:chOff x="0" y="0"/>
            <a:chExt cx="5760" cy="2120"/>
          </a:xfrm>
        </p:grpSpPr>
        <p:pic>
          <p:nvPicPr>
            <p:cNvPr id="13320" name="Picture 3" descr="ARTBANNA">
              <a:extLst>
                <a:ext uri="{FF2B5EF4-FFF2-40B4-BE49-F238E27FC236}">
                  <a16:creationId xmlns:a16="http://schemas.microsoft.com/office/drawing/2014/main" id="{CCFEA63F-2971-54D8-852C-B660D65FAC05}"/>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8125"/>
            <a:stretch>
              <a:fillRect/>
            </a:stretch>
          </p:blipFill>
          <p:spPr bwMode="auto">
            <a:xfrm>
              <a:off x="0" y="0"/>
              <a:ext cx="57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4" descr="Arthsepa">
              <a:extLst>
                <a:ext uri="{FF2B5EF4-FFF2-40B4-BE49-F238E27FC236}">
                  <a16:creationId xmlns:a16="http://schemas.microsoft.com/office/drawing/2014/main" id="{54337CD1-5280-7D53-3497-0921FBE88D1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688" y="2059"/>
              <a:ext cx="2832" cy="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15" name="Rectangle 5">
            <a:extLst>
              <a:ext uri="{FF2B5EF4-FFF2-40B4-BE49-F238E27FC236}">
                <a16:creationId xmlns:a16="http://schemas.microsoft.com/office/drawing/2014/main" id="{6B112F5D-0FEB-CC6F-6117-C39D1A13E206}"/>
              </a:ext>
            </a:extLst>
          </p:cNvPr>
          <p:cNvSpPr>
            <a:spLocks noGrp="1" noChangeArrowheads="1"/>
          </p:cNvSpPr>
          <p:nvPr>
            <p:ph type="title"/>
          </p:nvPr>
        </p:nvSpPr>
        <p:spPr bwMode="auto">
          <a:xfrm>
            <a:off x="317500" y="722313"/>
            <a:ext cx="86375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zh-CN" altLang="en-US"/>
              <a:t>单击此处编辑母版标题样式</a:t>
            </a:r>
          </a:p>
        </p:txBody>
      </p:sp>
      <p:sp>
        <p:nvSpPr>
          <p:cNvPr id="13316" name="Rectangle 6">
            <a:extLst>
              <a:ext uri="{FF2B5EF4-FFF2-40B4-BE49-F238E27FC236}">
                <a16:creationId xmlns:a16="http://schemas.microsoft.com/office/drawing/2014/main" id="{1598495F-CE57-4C2B-3A8C-8BA9DCDE1639}"/>
              </a:ext>
            </a:extLst>
          </p:cNvPr>
          <p:cNvSpPr>
            <a:spLocks noGrp="1" noChangeArrowheads="1"/>
          </p:cNvSpPr>
          <p:nvPr>
            <p:ph type="body" idx="1"/>
          </p:nvPr>
        </p:nvSpPr>
        <p:spPr bwMode="auto">
          <a:xfrm>
            <a:off x="328613" y="1941513"/>
            <a:ext cx="82089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2055" name="Rectangle 7">
            <a:extLst>
              <a:ext uri="{FF2B5EF4-FFF2-40B4-BE49-F238E27FC236}">
                <a16:creationId xmlns:a16="http://schemas.microsoft.com/office/drawing/2014/main" id="{491138E2-5DEB-DF35-A722-C85832C4E8B1}"/>
              </a:ext>
            </a:extLst>
          </p:cNvPr>
          <p:cNvSpPr>
            <a:spLocks noGrp="1" noChangeArrowheads="1"/>
          </p:cNvSpPr>
          <p:nvPr>
            <p:ph type="dt" sz="half" idx="2"/>
          </p:nvPr>
        </p:nvSpPr>
        <p:spPr bwMode="auto">
          <a:xfrm>
            <a:off x="3359150" y="634365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ctr" eaLnBrk="1" hangingPunct="1">
              <a:defRPr sz="1400">
                <a:latin typeface="Times New Roman" charset="0"/>
                <a:ea typeface="宋体" charset="0"/>
              </a:defRPr>
            </a:lvl1pPr>
          </a:lstStyle>
          <a:p>
            <a:pPr>
              <a:defRPr/>
            </a:pPr>
            <a:endParaRPr lang="en-US"/>
          </a:p>
        </p:txBody>
      </p:sp>
      <p:sp>
        <p:nvSpPr>
          <p:cNvPr id="2056" name="Rectangle 8">
            <a:extLst>
              <a:ext uri="{FF2B5EF4-FFF2-40B4-BE49-F238E27FC236}">
                <a16:creationId xmlns:a16="http://schemas.microsoft.com/office/drawing/2014/main" id="{8D6E61AC-FDDF-853E-766B-2441D3AE00D7}"/>
              </a:ext>
            </a:extLst>
          </p:cNvPr>
          <p:cNvSpPr>
            <a:spLocks noGrp="1" noChangeArrowheads="1"/>
          </p:cNvSpPr>
          <p:nvPr>
            <p:ph type="ftr" sz="quarter" idx="3"/>
          </p:nvPr>
        </p:nvSpPr>
        <p:spPr bwMode="auto">
          <a:xfrm>
            <a:off x="6019800" y="634365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eaLnBrk="1" hangingPunct="1">
              <a:defRPr sz="1400">
                <a:latin typeface="Times New Roman" charset="0"/>
                <a:ea typeface="宋体" charset="0"/>
              </a:defRPr>
            </a:lvl1pPr>
          </a:lstStyle>
          <a:p>
            <a:pPr>
              <a:defRPr/>
            </a:pPr>
            <a:endParaRPr lang="en-US"/>
          </a:p>
        </p:txBody>
      </p:sp>
      <p:sp>
        <p:nvSpPr>
          <p:cNvPr id="2057" name="Rectangle 9">
            <a:extLst>
              <a:ext uri="{FF2B5EF4-FFF2-40B4-BE49-F238E27FC236}">
                <a16:creationId xmlns:a16="http://schemas.microsoft.com/office/drawing/2014/main" id="{D6C3FDE9-7BC5-E2C3-148E-77E7461D5624}"/>
              </a:ext>
            </a:extLst>
          </p:cNvPr>
          <p:cNvSpPr>
            <a:spLocks noGrp="1" noChangeArrowheads="1"/>
          </p:cNvSpPr>
          <p:nvPr>
            <p:ph type="sldNum" sz="quarter" idx="4"/>
          </p:nvPr>
        </p:nvSpPr>
        <p:spPr bwMode="auto">
          <a:xfrm>
            <a:off x="125413" y="6361113"/>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eaLnBrk="1" hangingPunct="1">
              <a:defRPr sz="2400"/>
            </a:lvl1pPr>
          </a:lstStyle>
          <a:p>
            <a:fld id="{9482E129-D634-2646-828D-E2574A300F33}"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ransition>
    <p:cover dir="u"/>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2pPr>
      <a:lvl3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3pPr>
      <a:lvl4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4pPr>
      <a:lvl5pPr algn="l" rtl="0" eaLnBrk="0" fontAlgn="base" hangingPunct="0">
        <a:spcBef>
          <a:spcPct val="0"/>
        </a:spcBef>
        <a:spcAft>
          <a:spcPct val="0"/>
        </a:spcAft>
        <a:defRPr kumimoji="1" sz="4400">
          <a:solidFill>
            <a:schemeClr val="tx2"/>
          </a:solidFill>
          <a:latin typeface="Times New Roman" charset="0"/>
          <a:ea typeface="宋体" charset="0"/>
          <a:cs typeface="宋体" charset="0"/>
        </a:defRPr>
      </a:lvl5pPr>
      <a:lvl6pPr marL="457200" algn="l" rtl="0" eaLnBrk="0" fontAlgn="base" hangingPunct="0">
        <a:spcBef>
          <a:spcPct val="0"/>
        </a:spcBef>
        <a:spcAft>
          <a:spcPct val="0"/>
        </a:spcAft>
        <a:defRPr sz="4400">
          <a:solidFill>
            <a:schemeClr val="tx2"/>
          </a:solidFill>
          <a:latin typeface="Times New Roman" charset="0"/>
          <a:ea typeface="宋体" charset="0"/>
          <a:cs typeface="宋体" charset="0"/>
        </a:defRPr>
      </a:lvl6pPr>
      <a:lvl7pPr marL="914400" algn="l" rtl="0" eaLnBrk="0" fontAlgn="base" hangingPunct="0">
        <a:spcBef>
          <a:spcPct val="0"/>
        </a:spcBef>
        <a:spcAft>
          <a:spcPct val="0"/>
        </a:spcAft>
        <a:defRPr sz="4400">
          <a:solidFill>
            <a:schemeClr val="tx2"/>
          </a:solidFill>
          <a:latin typeface="Times New Roman" charset="0"/>
          <a:ea typeface="宋体" charset="0"/>
          <a:cs typeface="宋体" charset="0"/>
        </a:defRPr>
      </a:lvl7pPr>
      <a:lvl8pPr marL="1371600" algn="l" rtl="0" eaLnBrk="0" fontAlgn="base" hangingPunct="0">
        <a:spcBef>
          <a:spcPct val="0"/>
        </a:spcBef>
        <a:spcAft>
          <a:spcPct val="0"/>
        </a:spcAft>
        <a:defRPr sz="4400">
          <a:solidFill>
            <a:schemeClr val="tx2"/>
          </a:solidFill>
          <a:latin typeface="Times New Roman" charset="0"/>
          <a:ea typeface="宋体" charset="0"/>
          <a:cs typeface="宋体" charset="0"/>
        </a:defRPr>
      </a:lvl8pPr>
      <a:lvl9pPr marL="1828800" algn="l" rtl="0" eaLnBrk="0" fontAlgn="base" hangingPunct="0">
        <a:spcBef>
          <a:spcPct val="0"/>
        </a:spcBef>
        <a:spcAft>
          <a:spcPct val="0"/>
        </a:spcAft>
        <a:defRPr sz="4400">
          <a:solidFill>
            <a:schemeClr val="tx2"/>
          </a:solidFill>
          <a:latin typeface="Times New Roman" charset="0"/>
          <a:ea typeface="宋体" charset="0"/>
          <a:cs typeface="宋体" charset="0"/>
        </a:defRPr>
      </a:lvl9pPr>
    </p:titleStyle>
    <p:bodyStyle>
      <a:lvl1pPr marL="342900" indent="-342900" algn="l" rtl="0" eaLnBrk="0" fontAlgn="base" hangingPunct="0">
        <a:spcBef>
          <a:spcPct val="20000"/>
        </a:spcBef>
        <a:spcAft>
          <a:spcPct val="0"/>
        </a:spcAft>
        <a:buClr>
          <a:srgbClr val="CCFF33"/>
        </a:buClr>
        <a:buSzPct val="7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6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rgbClr val="0099CC"/>
        </a:buClr>
        <a:buSzPct val="65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5000"/>
        <a:buFont typeface="Wingdings" pitchFamily="2" charset="2"/>
        <a:buChar char="n"/>
        <a:defRPr kumimoji="1" sz="2000">
          <a:solidFill>
            <a:schemeClr val="tx1"/>
          </a:solidFill>
          <a:latin typeface="+mn-lt"/>
          <a:ea typeface="+mn-ea"/>
        </a:defRPr>
      </a:lvl5pPr>
      <a:lvl6pPr marL="25146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hlink"/>
        </a:buClr>
        <a:buSzPct val="65000"/>
        <a:buFont typeface="Wingdings" charset="0"/>
        <a:buChar char="n"/>
        <a:defRPr sz="20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2742A8F2-75AE-28D5-11D1-ECAF8ECE3686}"/>
              </a:ext>
            </a:extLst>
          </p:cNvPr>
          <p:cNvSpPr>
            <a:spLocks noGrp="1" noChangeArrowheads="1"/>
          </p:cNvSpPr>
          <p:nvPr>
            <p:ph type="ctrTitle" idx="4294967295"/>
          </p:nvPr>
        </p:nvSpPr>
        <p:spPr>
          <a:xfrm>
            <a:off x="413420" y="843677"/>
            <a:ext cx="7772400" cy="2585323"/>
          </a:xfrm>
        </p:spPr>
        <p:txBody>
          <a:bodyPr/>
          <a:lstStyle/>
          <a:p>
            <a:pPr algn="ctr" eaLnBrk="1" hangingPunct="1"/>
            <a:r>
              <a:rPr kumimoji="0" lang="en-US" altLang="zh-CN" sz="5400" dirty="0">
                <a:ea typeface="华文隶书" panose="02010800040101010101" pitchFamily="2" charset="-122"/>
              </a:rPr>
              <a:t>Introduction to </a:t>
            </a:r>
            <a:br>
              <a:rPr kumimoji="0" lang="en-US" altLang="zh-CN" sz="5400" dirty="0">
                <a:ea typeface="华文隶书" panose="02010800040101010101" pitchFamily="2" charset="-122"/>
              </a:rPr>
            </a:br>
            <a:r>
              <a:rPr kumimoji="0" lang="en-US" altLang="zh-CN" sz="5400" dirty="0">
                <a:ea typeface="华文隶书" panose="02010800040101010101" pitchFamily="2" charset="-122"/>
              </a:rPr>
              <a:t>Algorithm Design</a:t>
            </a:r>
            <a:r>
              <a:rPr kumimoji="0" lang="zh-CN" altLang="en-US" sz="5400" dirty="0">
                <a:ea typeface="华文隶书" panose="02010800040101010101" pitchFamily="2" charset="-122"/>
              </a:rPr>
              <a:t> </a:t>
            </a:r>
            <a:r>
              <a:rPr kumimoji="0" lang="en-US" altLang="zh-CN" sz="5400" dirty="0">
                <a:ea typeface="华文隶书" panose="02010800040101010101" pitchFamily="2" charset="-122"/>
              </a:rPr>
              <a:t>and</a:t>
            </a:r>
            <a:r>
              <a:rPr kumimoji="0" lang="zh-CN" altLang="en-US" sz="5400" dirty="0">
                <a:ea typeface="华文隶书" panose="02010800040101010101" pitchFamily="2" charset="-122"/>
              </a:rPr>
              <a:t> </a:t>
            </a:r>
            <a:r>
              <a:rPr kumimoji="0" lang="en-US" altLang="zh-CN" sz="5400" dirty="0">
                <a:ea typeface="华文隶书" panose="02010800040101010101" pitchFamily="2" charset="-122"/>
              </a:rPr>
              <a:t>Analysis</a:t>
            </a:r>
          </a:p>
        </p:txBody>
      </p:sp>
      <p:sp>
        <p:nvSpPr>
          <p:cNvPr id="4100" name="Text Box 5" descr="信纸">
            <a:extLst>
              <a:ext uri="{FF2B5EF4-FFF2-40B4-BE49-F238E27FC236}">
                <a16:creationId xmlns:a16="http://schemas.microsoft.com/office/drawing/2014/main" id="{53F6D717-6595-1F92-1E15-3B15736E2560}"/>
              </a:ext>
            </a:extLst>
          </p:cNvPr>
          <p:cNvSpPr txBox="1">
            <a:spLocks noChangeArrowheads="1"/>
          </p:cNvSpPr>
          <p:nvPr/>
        </p:nvSpPr>
        <p:spPr bwMode="auto">
          <a:xfrm>
            <a:off x="395288" y="4868863"/>
            <a:ext cx="7416800" cy="1660525"/>
          </a:xfrm>
          <a:prstGeom prst="rect">
            <a:avLst/>
          </a:prstGeom>
          <a:blipFill dpi="0" rotWithShape="1">
            <a:blip r:embed="rId3"/>
            <a:srcRect/>
            <a:tile tx="0" ty="0" sx="100000" sy="100000" flip="none" algn="tl"/>
          </a:blipFill>
          <a:ln w="57150" cmpd="thinThick">
            <a:solidFill>
              <a:srgbClr val="C0C0C0"/>
            </a:solidFill>
            <a:miter lim="800000"/>
            <a:headEnd/>
            <a:tailEnd/>
          </a:ln>
          <a:effectLst>
            <a:outerShdw blurRad="63500" dist="107763" dir="8100000" algn="ctr" rotWithShape="0">
              <a:schemeClr val="bg2">
                <a:alpha val="50000"/>
              </a:schemeClr>
            </a:outerShdw>
          </a:effec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800" b="1">
                <a:solidFill>
                  <a:srgbClr val="0000CC"/>
                </a:solidFill>
              </a:rPr>
              <a:t>As soon as an Analytical Engine exists, it will necessarily guide the future course of the science. Whenever any result is sought by its aid, the question will then arise – By what course of calculation can these results be arrived at by the machine in the shortest time?</a:t>
            </a:r>
          </a:p>
          <a:p>
            <a:pPr algn="ctr">
              <a:spcBef>
                <a:spcPct val="50000"/>
              </a:spcBef>
            </a:pPr>
            <a:r>
              <a:rPr kumimoji="0" lang="en-US" altLang="zh-CN" sz="1800" b="1">
                <a:solidFill>
                  <a:srgbClr val="0000CC"/>
                </a:solidFill>
              </a:rPr>
              <a:t>                                                       - Charles Babbage, 1864</a:t>
            </a:r>
          </a:p>
        </p:txBody>
      </p:sp>
    </p:spTree>
  </p:cSld>
  <p:clrMapOvr>
    <a:masterClrMapping/>
  </p:clrMapOvr>
  <p:transition>
    <p:cover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7E44C7B6-F192-625D-8F61-2D6AB0111D0E}"/>
              </a:ext>
            </a:extLst>
          </p:cNvPr>
          <p:cNvSpPr>
            <a:spLocks noGrp="1" noChangeArrowheads="1"/>
          </p:cNvSpPr>
          <p:nvPr>
            <p:ph type="title" idx="4294967295"/>
          </p:nvPr>
        </p:nvSpPr>
        <p:spPr/>
        <p:txBody>
          <a:bodyPr/>
          <a:lstStyle/>
          <a:p>
            <a:pPr eaLnBrk="1" hangingPunct="1"/>
            <a:r>
              <a:rPr kumimoji="0" lang="en-US" altLang="zh-CN"/>
              <a:t>Introduction to This Course</a:t>
            </a:r>
            <a:endParaRPr kumimoji="0" lang="zh-CN" altLang="en-US"/>
          </a:p>
        </p:txBody>
      </p:sp>
      <p:sp>
        <p:nvSpPr>
          <p:cNvPr id="28674" name="Rectangle 3">
            <a:extLst>
              <a:ext uri="{FF2B5EF4-FFF2-40B4-BE49-F238E27FC236}">
                <a16:creationId xmlns:a16="http://schemas.microsoft.com/office/drawing/2014/main" id="{75E8C076-FCCA-FAB9-A347-EA4BDB02DAA8}"/>
              </a:ext>
            </a:extLst>
          </p:cNvPr>
          <p:cNvSpPr>
            <a:spLocks noGrp="1" noChangeArrowheads="1"/>
          </p:cNvSpPr>
          <p:nvPr>
            <p:ph type="body" idx="4294967295"/>
          </p:nvPr>
        </p:nvSpPr>
        <p:spPr/>
        <p:txBody>
          <a:bodyPr/>
          <a:lstStyle/>
          <a:p>
            <a:pPr eaLnBrk="1" hangingPunct="1"/>
            <a:r>
              <a:rPr kumimoji="0" lang="en-US" altLang="zh-CN" dirty="0"/>
              <a:t>Goal of the Course</a:t>
            </a:r>
          </a:p>
          <a:p>
            <a:pPr eaLnBrk="1" hangingPunct="1"/>
            <a:r>
              <a:rPr kumimoji="0" lang="en-US" altLang="zh-CN" dirty="0"/>
              <a:t>Algorithm, the concept</a:t>
            </a:r>
          </a:p>
          <a:p>
            <a:pPr eaLnBrk="1" hangingPunct="1"/>
            <a:r>
              <a:rPr kumimoji="0" lang="en-US" altLang="zh-CN" dirty="0"/>
              <a:t>Algorithm Design and Analysis: the criteria</a:t>
            </a:r>
          </a:p>
          <a:p>
            <a:pPr eaLnBrk="1" hangingPunct="1"/>
            <a:r>
              <a:rPr kumimoji="0" lang="en-US" altLang="zh-CN" dirty="0"/>
              <a:t>Average and Worst-Case Analysis</a:t>
            </a:r>
          </a:p>
          <a:p>
            <a:pPr eaLnBrk="1" hangingPunct="1"/>
            <a:r>
              <a:rPr kumimoji="0" lang="en-US" altLang="zh-CN" dirty="0"/>
              <a:t>Lower Bounds and the Complexity of Problems</a:t>
            </a:r>
          </a:p>
          <a:p>
            <a:pPr lvl="1" eaLnBrk="1" hangingPunct="1"/>
            <a:endParaRPr kumimoji="0" lang="en-US" altLang="zh-CN" dirty="0"/>
          </a:p>
        </p:txBody>
      </p:sp>
    </p:spTree>
  </p:cSld>
  <p:clrMapOvr>
    <a:masterClrMapping/>
  </p:clrMapOvr>
  <p:transition>
    <p:cover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B01D355-624A-D18D-A89B-DA2E2A8C78C2}"/>
              </a:ext>
            </a:extLst>
          </p:cNvPr>
          <p:cNvSpPr>
            <a:spLocks noGrp="1" noChangeArrowheads="1"/>
          </p:cNvSpPr>
          <p:nvPr>
            <p:ph type="title" idx="4294967295"/>
          </p:nvPr>
        </p:nvSpPr>
        <p:spPr>
          <a:noFill/>
        </p:spPr>
        <p:txBody>
          <a:bodyPr lIns="76200" tIns="38100" rIns="76200" bIns="38100"/>
          <a:lstStyle/>
          <a:p>
            <a:pPr eaLnBrk="1" hangingPunct="1"/>
            <a:r>
              <a:rPr kumimoji="0" lang="zh-CN" altLang="en-US"/>
              <a:t>计算机相关专业学生的基本能力</a:t>
            </a:r>
          </a:p>
        </p:txBody>
      </p:sp>
      <p:pic>
        <p:nvPicPr>
          <p:cNvPr id="29698" name="Picture 3" descr="-3375104062409630838">
            <a:extLst>
              <a:ext uri="{FF2B5EF4-FFF2-40B4-BE49-F238E27FC236}">
                <a16:creationId xmlns:a16="http://schemas.microsoft.com/office/drawing/2014/main" id="{485E8C0E-B663-D557-2575-7FD87C1822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3300413"/>
            <a:ext cx="24638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4" descr="2881409431226694637">
            <a:extLst>
              <a:ext uri="{FF2B5EF4-FFF2-40B4-BE49-F238E27FC236}">
                <a16:creationId xmlns:a16="http://schemas.microsoft.com/office/drawing/2014/main" id="{A7E4B154-61FB-BB59-99AA-CF70F337DA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3638" y="3151188"/>
            <a:ext cx="2409825"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 Box 5" descr="天然石纹">
            <a:extLst>
              <a:ext uri="{FF2B5EF4-FFF2-40B4-BE49-F238E27FC236}">
                <a16:creationId xmlns:a16="http://schemas.microsoft.com/office/drawing/2014/main" id="{5F8DC105-C6F8-1620-C7BF-D51FB4D5140F}"/>
              </a:ext>
            </a:extLst>
          </p:cNvPr>
          <p:cNvSpPr txBox="1">
            <a:spLocks/>
          </p:cNvSpPr>
          <p:nvPr/>
        </p:nvSpPr>
        <p:spPr bwMode="auto">
          <a:xfrm>
            <a:off x="3767138" y="1700213"/>
            <a:ext cx="1884362" cy="4510087"/>
          </a:xfrm>
          <a:prstGeom prst="rect">
            <a:avLst/>
          </a:prstGeom>
          <a:blipFill dpi="0" rotWithShape="1">
            <a:blip r:embed="rId5"/>
            <a:srcRect/>
            <a:tile tx="0" ty="0" sx="100000" sy="100000" flip="none" algn="tl"/>
          </a:blipFill>
          <a:ln w="57150" cmpd="thickThin">
            <a:solidFill>
              <a:srgbClr val="CCFFCC"/>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endParaRPr kumimoji="0" lang="en-US" altLang="zh-CN" sz="4800">
              <a:latin typeface="华文新魏" panose="02010800040101010101" pitchFamily="2" charset="-122"/>
              <a:ea typeface="华文新魏" panose="02010800040101010101" pitchFamily="2" charset="-122"/>
            </a:endParaRPr>
          </a:p>
          <a:p>
            <a:pPr algn="ctr" fontAlgn="b"/>
            <a:r>
              <a:rPr kumimoji="0" lang="zh-CN" altLang="en-US" sz="6400">
                <a:latin typeface="华文新魏" panose="02010800040101010101" pitchFamily="2" charset="-122"/>
                <a:ea typeface="华文新魏" panose="02010800040101010101" pitchFamily="2" charset="-122"/>
              </a:rPr>
              <a:t>抽</a:t>
            </a:r>
          </a:p>
          <a:p>
            <a:pPr algn="ctr" fontAlgn="b"/>
            <a:endParaRPr kumimoji="0" lang="zh-CN" altLang="en-US" sz="6400">
              <a:latin typeface="华文新魏" panose="02010800040101010101" pitchFamily="2" charset="-122"/>
              <a:ea typeface="华文新魏" panose="02010800040101010101" pitchFamily="2" charset="-122"/>
            </a:endParaRPr>
          </a:p>
          <a:p>
            <a:pPr algn="ctr" fontAlgn="b"/>
            <a:r>
              <a:rPr kumimoji="0" lang="zh-CN" altLang="en-US" sz="6400">
                <a:latin typeface="华文新魏" panose="02010800040101010101" pitchFamily="2" charset="-122"/>
                <a:ea typeface="华文新魏" panose="02010800040101010101" pitchFamily="2" charset="-122"/>
              </a:rPr>
              <a:t>象</a:t>
            </a:r>
          </a:p>
          <a:p>
            <a:pPr algn="ctr" fontAlgn="b"/>
            <a:endParaRPr kumimoji="0" lang="en-US" altLang="en-US" sz="4800">
              <a:latin typeface="华文新魏" panose="02010800040101010101" pitchFamily="2" charset="-122"/>
              <a:ea typeface="华文新魏" panose="02010800040101010101" pitchFamily="2" charset="-122"/>
            </a:endParaRPr>
          </a:p>
        </p:txBody>
      </p:sp>
      <p:sp>
        <p:nvSpPr>
          <p:cNvPr id="6150" name="AutoShape 6">
            <a:extLst>
              <a:ext uri="{FF2B5EF4-FFF2-40B4-BE49-F238E27FC236}">
                <a16:creationId xmlns:a16="http://schemas.microsoft.com/office/drawing/2014/main" id="{392C17DE-CC39-B4A5-091A-9B83DC068F31}"/>
              </a:ext>
            </a:extLst>
          </p:cNvPr>
          <p:cNvSpPr>
            <a:spLocks/>
          </p:cNvSpPr>
          <p:nvPr/>
        </p:nvSpPr>
        <p:spPr bwMode="auto">
          <a:xfrm>
            <a:off x="2773363" y="3852863"/>
            <a:ext cx="889000" cy="571500"/>
          </a:xfrm>
          <a:custGeom>
            <a:avLst/>
            <a:gdLst>
              <a:gd name="T0" fmla="*/ 666750 w 21600"/>
              <a:gd name="T1" fmla="*/ 0 h 21600"/>
              <a:gd name="T2" fmla="*/ 666750 w 21600"/>
              <a:gd name="T3" fmla="*/ 142875 h 21600"/>
              <a:gd name="T4" fmla="*/ 138906 w 21600"/>
              <a:gd name="T5" fmla="*/ 142875 h 21600"/>
              <a:gd name="T6" fmla="*/ 138906 w 21600"/>
              <a:gd name="T7" fmla="*/ 428625 h 21600"/>
              <a:gd name="T8" fmla="*/ 666750 w 21600"/>
              <a:gd name="T9" fmla="*/ 428625 h 21600"/>
              <a:gd name="T10" fmla="*/ 666750 w 21600"/>
              <a:gd name="T11" fmla="*/ 571500 h 21600"/>
              <a:gd name="T12" fmla="*/ 889000 w 21600"/>
              <a:gd name="T13" fmla="*/ 285750 h 21600"/>
              <a:gd name="T14" fmla="*/ 55563 w 21600"/>
              <a:gd name="T15" fmla="*/ 142875 h 21600"/>
              <a:gd name="T16" fmla="*/ 55563 w 21600"/>
              <a:gd name="T17" fmla="*/ 428625 h 21600"/>
              <a:gd name="T18" fmla="*/ 111125 w 21600"/>
              <a:gd name="T19" fmla="*/ 428625 h 21600"/>
              <a:gd name="T20" fmla="*/ 111125 w 21600"/>
              <a:gd name="T21" fmla="*/ 142875 h 21600"/>
              <a:gd name="T22" fmla="*/ 0 w 21600"/>
              <a:gd name="T23" fmla="*/ 142875 h 21600"/>
              <a:gd name="T24" fmla="*/ 0 w 21600"/>
              <a:gd name="T25" fmla="*/ 428625 h 21600"/>
              <a:gd name="T26" fmla="*/ 27781 w 21600"/>
              <a:gd name="T27" fmla="*/ 428625 h 21600"/>
              <a:gd name="T28" fmla="*/ 27781 w 21600"/>
              <a:gd name="T29" fmla="*/ 142875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3375 w 21600"/>
              <a:gd name="T46" fmla="*/ 5400 h 21600"/>
              <a:gd name="T47" fmla="*/ 18900 w 21600"/>
              <a:gd name="T48" fmla="*/ 16200 h 216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chemeClr val="accent1"/>
              </a:gs>
              <a:gs pos="50000">
                <a:srgbClr val="5E5E00"/>
              </a:gs>
              <a:gs pos="100000">
                <a:schemeClr val="accent1"/>
              </a:gs>
            </a:gsLst>
            <a:lin ang="0" scaled="1"/>
          </a:gradFill>
          <a:ln w="9525" cmpd="sng">
            <a:solidFill>
              <a:schemeClr val="tx1"/>
            </a:solidFill>
            <a:round/>
            <a:headEnd/>
            <a:tailEnd/>
          </a:ln>
          <a:effectLst>
            <a:outerShdw blurRad="63500" dist="107763" dir="8100000" algn="ctr" rotWithShape="0">
              <a:srgbClr val="808080">
                <a:alpha val="50000"/>
              </a:srgbClr>
            </a:outerShdw>
          </a:effectLst>
        </p:spPr>
        <p:txBody>
          <a:bodyPr/>
          <a:lstStyle/>
          <a:p>
            <a:endParaRPr lang="zh-CN" altLang="en-US"/>
          </a:p>
        </p:txBody>
      </p:sp>
      <p:sp>
        <p:nvSpPr>
          <p:cNvPr id="6151" name="AutoShape 7">
            <a:extLst>
              <a:ext uri="{FF2B5EF4-FFF2-40B4-BE49-F238E27FC236}">
                <a16:creationId xmlns:a16="http://schemas.microsoft.com/office/drawing/2014/main" id="{34455F99-D1AD-9E85-8A81-DFBD18D1350C}"/>
              </a:ext>
            </a:extLst>
          </p:cNvPr>
          <p:cNvSpPr>
            <a:spLocks/>
          </p:cNvSpPr>
          <p:nvPr/>
        </p:nvSpPr>
        <p:spPr bwMode="auto">
          <a:xfrm>
            <a:off x="5688013" y="3729038"/>
            <a:ext cx="1000125" cy="571500"/>
          </a:xfrm>
          <a:custGeom>
            <a:avLst/>
            <a:gdLst>
              <a:gd name="T0" fmla="*/ 750094 w 21600"/>
              <a:gd name="T1" fmla="*/ 0 h 21600"/>
              <a:gd name="T2" fmla="*/ 750094 w 21600"/>
              <a:gd name="T3" fmla="*/ 142875 h 21600"/>
              <a:gd name="T4" fmla="*/ 156270 w 21600"/>
              <a:gd name="T5" fmla="*/ 142875 h 21600"/>
              <a:gd name="T6" fmla="*/ 156270 w 21600"/>
              <a:gd name="T7" fmla="*/ 428625 h 21600"/>
              <a:gd name="T8" fmla="*/ 750094 w 21600"/>
              <a:gd name="T9" fmla="*/ 428625 h 21600"/>
              <a:gd name="T10" fmla="*/ 750094 w 21600"/>
              <a:gd name="T11" fmla="*/ 571500 h 21600"/>
              <a:gd name="T12" fmla="*/ 1000125 w 21600"/>
              <a:gd name="T13" fmla="*/ 285750 h 21600"/>
              <a:gd name="T14" fmla="*/ 62508 w 21600"/>
              <a:gd name="T15" fmla="*/ 142875 h 21600"/>
              <a:gd name="T16" fmla="*/ 62508 w 21600"/>
              <a:gd name="T17" fmla="*/ 428625 h 21600"/>
              <a:gd name="T18" fmla="*/ 125016 w 21600"/>
              <a:gd name="T19" fmla="*/ 428625 h 21600"/>
              <a:gd name="T20" fmla="*/ 125016 w 21600"/>
              <a:gd name="T21" fmla="*/ 142875 h 21600"/>
              <a:gd name="T22" fmla="*/ 0 w 21600"/>
              <a:gd name="T23" fmla="*/ 142875 h 21600"/>
              <a:gd name="T24" fmla="*/ 0 w 21600"/>
              <a:gd name="T25" fmla="*/ 428625 h 21600"/>
              <a:gd name="T26" fmla="*/ 31254 w 21600"/>
              <a:gd name="T27" fmla="*/ 428625 h 21600"/>
              <a:gd name="T28" fmla="*/ 31254 w 21600"/>
              <a:gd name="T29" fmla="*/ 142875 h 216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3375 w 21600"/>
              <a:gd name="T46" fmla="*/ 5400 h 21600"/>
              <a:gd name="T47" fmla="*/ 18900 w 21600"/>
              <a:gd name="T48" fmla="*/ 16200 h 216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chemeClr val="accent1"/>
              </a:gs>
              <a:gs pos="50000">
                <a:srgbClr val="5E5E00"/>
              </a:gs>
              <a:gs pos="100000">
                <a:schemeClr val="accent1"/>
              </a:gs>
            </a:gsLst>
            <a:lin ang="0" scaled="1"/>
          </a:gradFill>
          <a:ln w="9525" cmpd="sng">
            <a:solidFill>
              <a:schemeClr val="tx1"/>
            </a:solidFill>
            <a:round/>
            <a:headEnd/>
            <a:tailEnd/>
          </a:ln>
          <a:effectLst>
            <a:outerShdw blurRad="63500" dist="107763" dir="8100000" algn="ctr" rotWithShape="0">
              <a:srgbClr val="808080">
                <a:alpha val="50000"/>
              </a:srgbClr>
            </a:outerShdw>
          </a:effectLst>
        </p:spPr>
        <p:txBody>
          <a:bodyPr/>
          <a:lstStyle/>
          <a:p>
            <a:endParaRPr lang="zh-CN" altLang="en-US"/>
          </a:p>
        </p:txBody>
      </p:sp>
      <p:sp>
        <p:nvSpPr>
          <p:cNvPr id="29703" name="Text Box 8">
            <a:extLst>
              <a:ext uri="{FF2B5EF4-FFF2-40B4-BE49-F238E27FC236}">
                <a16:creationId xmlns:a16="http://schemas.microsoft.com/office/drawing/2014/main" id="{217938D7-795E-F8F8-FBC3-61A7A67319E6}"/>
              </a:ext>
            </a:extLst>
          </p:cNvPr>
          <p:cNvSpPr txBox="1">
            <a:spLocks noChangeArrowheads="1"/>
          </p:cNvSpPr>
          <p:nvPr/>
        </p:nvSpPr>
        <p:spPr bwMode="auto">
          <a:xfrm>
            <a:off x="995363" y="4889500"/>
            <a:ext cx="1651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r>
              <a:rPr kumimoji="0" lang="zh-CN" altLang="en-US">
                <a:ea typeface="永中宋体" pitchFamily="2" charset="-122"/>
              </a:rPr>
              <a:t>现实世界</a:t>
            </a:r>
          </a:p>
        </p:txBody>
      </p:sp>
      <p:sp>
        <p:nvSpPr>
          <p:cNvPr id="29704" name="Text Box 9">
            <a:extLst>
              <a:ext uri="{FF2B5EF4-FFF2-40B4-BE49-F238E27FC236}">
                <a16:creationId xmlns:a16="http://schemas.microsoft.com/office/drawing/2014/main" id="{D3A9057C-7727-BF15-F129-88ADEF3CD786}"/>
              </a:ext>
            </a:extLst>
          </p:cNvPr>
          <p:cNvSpPr txBox="1">
            <a:spLocks noChangeArrowheads="1"/>
          </p:cNvSpPr>
          <p:nvPr/>
        </p:nvSpPr>
        <p:spPr bwMode="auto">
          <a:xfrm>
            <a:off x="6659563" y="5159375"/>
            <a:ext cx="1862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r>
              <a:rPr kumimoji="0" lang="zh-CN" altLang="en-US">
                <a:ea typeface="永中宋体" pitchFamily="2" charset="-122"/>
              </a:rPr>
              <a:t>计算机实现</a:t>
            </a:r>
          </a:p>
        </p:txBody>
      </p:sp>
      <p:grpSp>
        <p:nvGrpSpPr>
          <p:cNvPr id="29705" name="Group 10">
            <a:extLst>
              <a:ext uri="{FF2B5EF4-FFF2-40B4-BE49-F238E27FC236}">
                <a16:creationId xmlns:a16="http://schemas.microsoft.com/office/drawing/2014/main" id="{AF770E83-9EF8-5F12-2ECE-F7C88D65EBCE}"/>
              </a:ext>
            </a:extLst>
          </p:cNvPr>
          <p:cNvGrpSpPr>
            <a:grpSpLocks/>
          </p:cNvGrpSpPr>
          <p:nvPr/>
        </p:nvGrpSpPr>
        <p:grpSpPr bwMode="auto">
          <a:xfrm>
            <a:off x="3860800" y="1798638"/>
            <a:ext cx="1714500" cy="4276725"/>
            <a:chOff x="0" y="0"/>
            <a:chExt cx="1080" cy="2694"/>
          </a:xfrm>
        </p:grpSpPr>
        <p:sp>
          <p:nvSpPr>
            <p:cNvPr id="29707" name="Rectangle 11">
              <a:extLst>
                <a:ext uri="{FF2B5EF4-FFF2-40B4-BE49-F238E27FC236}">
                  <a16:creationId xmlns:a16="http://schemas.microsoft.com/office/drawing/2014/main" id="{12CFD49A-B7B9-1A25-33AA-26A50CAFA425}"/>
                </a:ext>
              </a:extLst>
            </p:cNvPr>
            <p:cNvSpPr>
              <a:spLocks/>
            </p:cNvSpPr>
            <p:nvPr/>
          </p:nvSpPr>
          <p:spPr bwMode="auto">
            <a:xfrm>
              <a:off x="0" y="0"/>
              <a:ext cx="1080" cy="2694"/>
            </a:xfrm>
            <a:prstGeom prst="rect">
              <a:avLst/>
            </a:prstGeom>
            <a:solidFill>
              <a:schemeClr val="accent1"/>
            </a:solidFill>
            <a:ln w="952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29708" name="Text Box 12">
              <a:extLst>
                <a:ext uri="{FF2B5EF4-FFF2-40B4-BE49-F238E27FC236}">
                  <a16:creationId xmlns:a16="http://schemas.microsoft.com/office/drawing/2014/main" id="{B6E1A34F-BF48-E469-3578-F83C19A07AFD}"/>
                </a:ext>
              </a:extLst>
            </p:cNvPr>
            <p:cNvSpPr txBox="1">
              <a:spLocks/>
            </p:cNvSpPr>
            <p:nvPr/>
          </p:nvSpPr>
          <p:spPr bwMode="auto">
            <a:xfrm>
              <a:off x="86" y="107"/>
              <a:ext cx="934" cy="523"/>
            </a:xfrm>
            <a:prstGeom prst="rect">
              <a:avLst/>
            </a:prstGeom>
            <a:solidFill>
              <a:srgbClr val="CCFFCC"/>
            </a:solidFill>
            <a:ln w="9525">
              <a:solidFill>
                <a:srgbClr val="33CCCC"/>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r>
                <a:rPr kumimoji="0" lang="zh-CN" altLang="en-US" b="1">
                  <a:latin typeface="楷体_GB2312" pitchFamily="1" charset="-122"/>
                  <a:ea typeface="楷体_GB2312" pitchFamily="1" charset="-122"/>
                </a:rPr>
                <a:t>问题</a:t>
              </a:r>
            </a:p>
            <a:p>
              <a:pPr algn="ctr" fontAlgn="b"/>
              <a:r>
                <a:rPr kumimoji="0" lang="zh-CN" altLang="en-US" b="1">
                  <a:latin typeface="楷体_GB2312" pitchFamily="1" charset="-122"/>
                  <a:ea typeface="楷体_GB2312" pitchFamily="1" charset="-122"/>
                </a:rPr>
                <a:t>抽象</a:t>
              </a:r>
            </a:p>
          </p:txBody>
        </p:sp>
        <p:sp>
          <p:nvSpPr>
            <p:cNvPr id="29709" name="Text Box 13">
              <a:extLst>
                <a:ext uri="{FF2B5EF4-FFF2-40B4-BE49-F238E27FC236}">
                  <a16:creationId xmlns:a16="http://schemas.microsoft.com/office/drawing/2014/main" id="{299E6C30-A754-99C8-8022-7E6B6AD8413B}"/>
                </a:ext>
              </a:extLst>
            </p:cNvPr>
            <p:cNvSpPr txBox="1">
              <a:spLocks/>
            </p:cNvSpPr>
            <p:nvPr/>
          </p:nvSpPr>
          <p:spPr bwMode="auto">
            <a:xfrm>
              <a:off x="100" y="741"/>
              <a:ext cx="934" cy="523"/>
            </a:xfrm>
            <a:prstGeom prst="rect">
              <a:avLst/>
            </a:prstGeom>
            <a:solidFill>
              <a:srgbClr val="CCFFCC"/>
            </a:solidFill>
            <a:ln w="9525">
              <a:solidFill>
                <a:srgbClr val="33CCCC"/>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r>
                <a:rPr kumimoji="0" lang="zh-CN" altLang="en-US" b="1">
                  <a:latin typeface="楷体_GB2312" pitchFamily="1" charset="-122"/>
                  <a:ea typeface="楷体_GB2312" pitchFamily="1" charset="-122"/>
                </a:rPr>
                <a:t>系统</a:t>
              </a:r>
            </a:p>
            <a:p>
              <a:pPr algn="ctr" fontAlgn="b"/>
              <a:r>
                <a:rPr kumimoji="0" lang="zh-CN" altLang="en-US" b="1">
                  <a:latin typeface="楷体_GB2312" pitchFamily="1" charset="-122"/>
                  <a:ea typeface="楷体_GB2312" pitchFamily="1" charset="-122"/>
                </a:rPr>
                <a:t>抽象</a:t>
              </a:r>
            </a:p>
          </p:txBody>
        </p:sp>
        <p:sp>
          <p:nvSpPr>
            <p:cNvPr id="29710" name="Text Box 14">
              <a:extLst>
                <a:ext uri="{FF2B5EF4-FFF2-40B4-BE49-F238E27FC236}">
                  <a16:creationId xmlns:a16="http://schemas.microsoft.com/office/drawing/2014/main" id="{244B34E3-60DA-002F-123C-D1FA68CB2F7C}"/>
                </a:ext>
              </a:extLst>
            </p:cNvPr>
            <p:cNvSpPr txBox="1">
              <a:spLocks/>
            </p:cNvSpPr>
            <p:nvPr/>
          </p:nvSpPr>
          <p:spPr bwMode="auto">
            <a:xfrm>
              <a:off x="86" y="1388"/>
              <a:ext cx="934" cy="523"/>
            </a:xfrm>
            <a:prstGeom prst="rect">
              <a:avLst/>
            </a:prstGeom>
            <a:solidFill>
              <a:srgbClr val="CCFFCC"/>
            </a:solidFill>
            <a:ln w="9525">
              <a:solidFill>
                <a:srgbClr val="33CCCC"/>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r>
                <a:rPr kumimoji="0" lang="zh-CN" altLang="en-US" b="1">
                  <a:latin typeface="楷体_GB2312" pitchFamily="1" charset="-122"/>
                  <a:ea typeface="楷体_GB2312" pitchFamily="1" charset="-122"/>
                </a:rPr>
                <a:t>数据</a:t>
              </a:r>
            </a:p>
            <a:p>
              <a:pPr algn="ctr" fontAlgn="b"/>
              <a:r>
                <a:rPr kumimoji="0" lang="zh-CN" altLang="en-US" b="1">
                  <a:latin typeface="楷体_GB2312" pitchFamily="1" charset="-122"/>
                  <a:ea typeface="楷体_GB2312" pitchFamily="1" charset="-122"/>
                </a:rPr>
                <a:t>抽象</a:t>
              </a:r>
            </a:p>
          </p:txBody>
        </p:sp>
      </p:grpSp>
      <p:sp>
        <p:nvSpPr>
          <p:cNvPr id="29706" name="Text Box 12">
            <a:extLst>
              <a:ext uri="{FF2B5EF4-FFF2-40B4-BE49-F238E27FC236}">
                <a16:creationId xmlns:a16="http://schemas.microsoft.com/office/drawing/2014/main" id="{18509DEF-8789-D857-1222-130462A5D4F2}"/>
              </a:ext>
            </a:extLst>
          </p:cNvPr>
          <p:cNvSpPr txBox="1">
            <a:spLocks/>
          </p:cNvSpPr>
          <p:nvPr/>
        </p:nvSpPr>
        <p:spPr bwMode="auto">
          <a:xfrm>
            <a:off x="4000500" y="5000625"/>
            <a:ext cx="1482725" cy="830263"/>
          </a:xfrm>
          <a:prstGeom prst="rect">
            <a:avLst/>
          </a:prstGeom>
          <a:solidFill>
            <a:srgbClr val="CCFFCC"/>
          </a:solidFill>
          <a:ln w="9525">
            <a:solidFill>
              <a:srgbClr val="33CCCC"/>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r>
              <a:rPr kumimoji="0" lang="zh-CN" altLang="en-US" b="1">
                <a:latin typeface="楷体_GB2312" pitchFamily="1" charset="-122"/>
                <a:ea typeface="楷体_GB2312" pitchFamily="1" charset="-122"/>
              </a:rPr>
              <a:t>过程</a:t>
            </a:r>
            <a:r>
              <a:rPr kumimoji="0" lang="en-US" altLang="zh-CN" b="1">
                <a:latin typeface="楷体_GB2312" pitchFamily="1" charset="-122"/>
                <a:ea typeface="楷体_GB2312" pitchFamily="1" charset="-122"/>
              </a:rPr>
              <a:t>  </a:t>
            </a:r>
            <a:endParaRPr kumimoji="0" lang="zh-CN" altLang="en-US" b="1">
              <a:latin typeface="楷体_GB2312" pitchFamily="1" charset="-122"/>
              <a:ea typeface="楷体_GB2312" pitchFamily="1" charset="-122"/>
            </a:endParaRPr>
          </a:p>
          <a:p>
            <a:pPr algn="ctr" fontAlgn="b"/>
            <a:r>
              <a:rPr kumimoji="0" lang="zh-CN" altLang="en-US" b="1">
                <a:latin typeface="楷体_GB2312" pitchFamily="1" charset="-122"/>
                <a:ea typeface="楷体_GB2312" pitchFamily="1" charset="-122"/>
              </a:rPr>
              <a:t>抽象</a:t>
            </a:r>
          </a:p>
        </p:txBody>
      </p:sp>
    </p:spTree>
  </p:cSld>
  <p:clrMapOvr>
    <a:masterClrMapping/>
  </p:clrMapOvr>
  <p:transition>
    <p:cover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9FDC18EE-B2CA-8906-8963-075BACE77B6F}"/>
              </a:ext>
            </a:extLst>
          </p:cNvPr>
          <p:cNvSpPr>
            <a:spLocks noGrp="1" noChangeArrowheads="1"/>
          </p:cNvSpPr>
          <p:nvPr>
            <p:ph type="title" idx="4294967295"/>
          </p:nvPr>
        </p:nvSpPr>
        <p:spPr>
          <a:noFill/>
        </p:spPr>
        <p:txBody>
          <a:bodyPr lIns="76200" tIns="38100" rIns="76200" bIns="38100"/>
          <a:lstStyle/>
          <a:p>
            <a:pPr eaLnBrk="1" hangingPunct="1"/>
            <a:r>
              <a:rPr kumimoji="0" lang="zh-CN" altLang="en-US"/>
              <a:t>问题抽象</a:t>
            </a:r>
          </a:p>
        </p:txBody>
      </p:sp>
      <p:sp>
        <p:nvSpPr>
          <p:cNvPr id="31746" name="Oval 3">
            <a:extLst>
              <a:ext uri="{FF2B5EF4-FFF2-40B4-BE49-F238E27FC236}">
                <a16:creationId xmlns:a16="http://schemas.microsoft.com/office/drawing/2014/main" id="{96E8C207-63A6-5840-04C0-5CE6B95043BE}"/>
              </a:ext>
            </a:extLst>
          </p:cNvPr>
          <p:cNvSpPr>
            <a:spLocks/>
          </p:cNvSpPr>
          <p:nvPr/>
        </p:nvSpPr>
        <p:spPr bwMode="auto">
          <a:xfrm>
            <a:off x="900113" y="2492375"/>
            <a:ext cx="1905000" cy="3281363"/>
          </a:xfrm>
          <a:prstGeom prst="ellipse">
            <a:avLst/>
          </a:prstGeom>
          <a:solidFill>
            <a:schemeClr val="accent1"/>
          </a:solidFill>
          <a:ln w="57150" cmpd="thinThick">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1747" name="Text Box 4">
            <a:extLst>
              <a:ext uri="{FF2B5EF4-FFF2-40B4-BE49-F238E27FC236}">
                <a16:creationId xmlns:a16="http://schemas.microsoft.com/office/drawing/2014/main" id="{88D993CA-EF12-65D2-946A-E2E4D66D6069}"/>
              </a:ext>
            </a:extLst>
          </p:cNvPr>
          <p:cNvSpPr txBox="1">
            <a:spLocks noChangeArrowheads="1"/>
          </p:cNvSpPr>
          <p:nvPr/>
        </p:nvSpPr>
        <p:spPr bwMode="auto">
          <a:xfrm>
            <a:off x="1476375" y="3068638"/>
            <a:ext cx="741363"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fontAlgn="b"/>
            <a:r>
              <a:rPr kumimoji="0" lang="zh-CN" altLang="en-US" sz="3600">
                <a:latin typeface="楷体_GB2312" pitchFamily="1" charset="-122"/>
                <a:ea typeface="楷体_GB2312" pitchFamily="1" charset="-122"/>
              </a:rPr>
              <a:t>问题抽象</a:t>
            </a:r>
          </a:p>
        </p:txBody>
      </p:sp>
      <p:grpSp>
        <p:nvGrpSpPr>
          <p:cNvPr id="31748" name="Group 5">
            <a:extLst>
              <a:ext uri="{FF2B5EF4-FFF2-40B4-BE49-F238E27FC236}">
                <a16:creationId xmlns:a16="http://schemas.microsoft.com/office/drawing/2014/main" id="{F2F32F13-7B6D-12D5-23FF-D3E6E4629E41}"/>
              </a:ext>
            </a:extLst>
          </p:cNvPr>
          <p:cNvGrpSpPr>
            <a:grpSpLocks/>
          </p:cNvGrpSpPr>
          <p:nvPr/>
        </p:nvGrpSpPr>
        <p:grpSpPr bwMode="auto">
          <a:xfrm>
            <a:off x="323850" y="1916113"/>
            <a:ext cx="889000" cy="4352925"/>
            <a:chOff x="0" y="0"/>
            <a:chExt cx="560" cy="2742"/>
          </a:xfrm>
        </p:grpSpPr>
        <p:sp>
          <p:nvSpPr>
            <p:cNvPr id="31766" name="Line 6">
              <a:extLst>
                <a:ext uri="{FF2B5EF4-FFF2-40B4-BE49-F238E27FC236}">
                  <a16:creationId xmlns:a16="http://schemas.microsoft.com/office/drawing/2014/main" id="{C74A2BD6-2795-1F1C-42C2-13F3541D84A0}"/>
                </a:ext>
              </a:extLst>
            </p:cNvPr>
            <p:cNvSpPr>
              <a:spLocks noChangeShapeType="1"/>
            </p:cNvSpPr>
            <p:nvPr/>
          </p:nvSpPr>
          <p:spPr bwMode="auto">
            <a:xfrm flipH="1">
              <a:off x="540" y="0"/>
              <a:ext cx="13" cy="2666"/>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67" name="Text Box 7">
              <a:extLst>
                <a:ext uri="{FF2B5EF4-FFF2-40B4-BE49-F238E27FC236}">
                  <a16:creationId xmlns:a16="http://schemas.microsoft.com/office/drawing/2014/main" id="{7EF54B30-7214-46D7-3D36-3C4BFE0DA71F}"/>
                </a:ext>
              </a:extLst>
            </p:cNvPr>
            <p:cNvSpPr txBox="1">
              <a:spLocks noChangeArrowheads="1"/>
            </p:cNvSpPr>
            <p:nvPr/>
          </p:nvSpPr>
          <p:spPr bwMode="auto">
            <a:xfrm>
              <a:off x="0" y="2456"/>
              <a:ext cx="56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r>
                <a:rPr kumimoji="0" lang="zh-CN" altLang="en-US">
                  <a:ea typeface="永中宋体" pitchFamily="2" charset="-122"/>
                </a:rPr>
                <a:t>算法</a:t>
              </a:r>
            </a:p>
          </p:txBody>
        </p:sp>
      </p:grpSp>
      <p:grpSp>
        <p:nvGrpSpPr>
          <p:cNvPr id="31749" name="Group 8">
            <a:extLst>
              <a:ext uri="{FF2B5EF4-FFF2-40B4-BE49-F238E27FC236}">
                <a16:creationId xmlns:a16="http://schemas.microsoft.com/office/drawing/2014/main" id="{71AB6B85-AEE1-AB2B-3D1F-263DE26E5939}"/>
              </a:ext>
            </a:extLst>
          </p:cNvPr>
          <p:cNvGrpSpPr>
            <a:grpSpLocks/>
          </p:cNvGrpSpPr>
          <p:nvPr/>
        </p:nvGrpSpPr>
        <p:grpSpPr bwMode="auto">
          <a:xfrm>
            <a:off x="2987675" y="1989138"/>
            <a:ext cx="5761038" cy="3887787"/>
            <a:chOff x="0" y="0"/>
            <a:chExt cx="7373937" cy="4102100"/>
          </a:xfrm>
        </p:grpSpPr>
        <p:grpSp>
          <p:nvGrpSpPr>
            <p:cNvPr id="31750" name="Group 9">
              <a:extLst>
                <a:ext uri="{FF2B5EF4-FFF2-40B4-BE49-F238E27FC236}">
                  <a16:creationId xmlns:a16="http://schemas.microsoft.com/office/drawing/2014/main" id="{158D323F-88B1-9EDC-2F2D-2D280EE4D5CA}"/>
                </a:ext>
              </a:extLst>
            </p:cNvPr>
            <p:cNvGrpSpPr>
              <a:grpSpLocks/>
            </p:cNvGrpSpPr>
            <p:nvPr/>
          </p:nvGrpSpPr>
          <p:grpSpPr bwMode="auto">
            <a:xfrm>
              <a:off x="1674812" y="0"/>
              <a:ext cx="4046538" cy="628650"/>
              <a:chOff x="0" y="0"/>
              <a:chExt cx="2549" cy="396"/>
            </a:xfrm>
          </p:grpSpPr>
          <p:sp>
            <p:nvSpPr>
              <p:cNvPr id="31764" name="AutoShape 4">
                <a:extLst>
                  <a:ext uri="{FF2B5EF4-FFF2-40B4-BE49-F238E27FC236}">
                    <a16:creationId xmlns:a16="http://schemas.microsoft.com/office/drawing/2014/main" id="{E8E9A4B0-043B-92DC-051F-2FCDB5721E12}"/>
                  </a:ext>
                </a:extLst>
              </p:cNvPr>
              <p:cNvSpPr>
                <a:spLocks noChangeArrowheads="1"/>
              </p:cNvSpPr>
              <p:nvPr/>
            </p:nvSpPr>
            <p:spPr bwMode="auto">
              <a:xfrm>
                <a:off x="0" y="0"/>
                <a:ext cx="2547" cy="396"/>
              </a:xfrm>
              <a:prstGeom prst="roundRect">
                <a:avLst>
                  <a:gd name="adj" fmla="val 16667"/>
                </a:avLst>
              </a:prstGeom>
              <a:solidFill>
                <a:schemeClr val="accent1"/>
              </a:solidFill>
              <a:ln w="9525">
                <a:round/>
                <a:headEnd/>
                <a:tailEnd/>
              </a:ln>
              <a:scene3d>
                <a:camera prst="legacyPerspectiv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1765" name="Text Box 5">
                <a:extLst>
                  <a:ext uri="{FF2B5EF4-FFF2-40B4-BE49-F238E27FC236}">
                    <a16:creationId xmlns:a16="http://schemas.microsoft.com/office/drawing/2014/main" id="{7CBF9924-315F-E9CB-7FCC-22558BEBAE07}"/>
                  </a:ext>
                </a:extLst>
              </p:cNvPr>
              <p:cNvSpPr txBox="1">
                <a:spLocks noChangeArrowheads="1"/>
              </p:cNvSpPr>
              <p:nvPr/>
            </p:nvSpPr>
            <p:spPr bwMode="auto">
              <a:xfrm>
                <a:off x="258" y="48"/>
                <a:ext cx="22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sz="2000">
                    <a:ea typeface="永中宋体" pitchFamily="2" charset="-122"/>
                  </a:rPr>
                  <a:t>应用领域的对象与关系</a:t>
                </a:r>
              </a:p>
            </p:txBody>
          </p:sp>
        </p:grpSp>
        <p:grpSp>
          <p:nvGrpSpPr>
            <p:cNvPr id="31751" name="Group 12">
              <a:extLst>
                <a:ext uri="{FF2B5EF4-FFF2-40B4-BE49-F238E27FC236}">
                  <a16:creationId xmlns:a16="http://schemas.microsoft.com/office/drawing/2014/main" id="{46A6D938-0208-17AB-1118-5E893B944285}"/>
                </a:ext>
              </a:extLst>
            </p:cNvPr>
            <p:cNvGrpSpPr>
              <a:grpSpLocks/>
            </p:cNvGrpSpPr>
            <p:nvPr/>
          </p:nvGrpSpPr>
          <p:grpSpPr bwMode="auto">
            <a:xfrm>
              <a:off x="1662112" y="1157288"/>
              <a:ext cx="4046538" cy="628650"/>
              <a:chOff x="0" y="0"/>
              <a:chExt cx="2549" cy="396"/>
            </a:xfrm>
          </p:grpSpPr>
          <p:sp>
            <p:nvSpPr>
              <p:cNvPr id="31762" name="AutoShape 7">
                <a:extLst>
                  <a:ext uri="{FF2B5EF4-FFF2-40B4-BE49-F238E27FC236}">
                    <a16:creationId xmlns:a16="http://schemas.microsoft.com/office/drawing/2014/main" id="{2D53A62A-1D3D-4C01-1B3A-0F82FBDE0AE7}"/>
                  </a:ext>
                </a:extLst>
              </p:cNvPr>
              <p:cNvSpPr>
                <a:spLocks noChangeArrowheads="1"/>
              </p:cNvSpPr>
              <p:nvPr/>
            </p:nvSpPr>
            <p:spPr bwMode="auto">
              <a:xfrm>
                <a:off x="0" y="0"/>
                <a:ext cx="2547" cy="396"/>
              </a:xfrm>
              <a:prstGeom prst="roundRect">
                <a:avLst>
                  <a:gd name="adj" fmla="val 16667"/>
                </a:avLst>
              </a:prstGeom>
              <a:solidFill>
                <a:schemeClr val="accent1"/>
              </a:solidFill>
              <a:ln w="9525">
                <a:round/>
                <a:headEnd/>
                <a:tailEnd/>
              </a:ln>
              <a:scene3d>
                <a:camera prst="legacyPerspectiv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1763" name="Text Box 8">
                <a:extLst>
                  <a:ext uri="{FF2B5EF4-FFF2-40B4-BE49-F238E27FC236}">
                    <a16:creationId xmlns:a16="http://schemas.microsoft.com/office/drawing/2014/main" id="{FB98F416-367D-CF74-23C8-A9A68DD8936E}"/>
                  </a:ext>
                </a:extLst>
              </p:cNvPr>
              <p:cNvSpPr txBox="1">
                <a:spLocks noChangeArrowheads="1"/>
              </p:cNvSpPr>
              <p:nvPr/>
            </p:nvSpPr>
            <p:spPr bwMode="auto">
              <a:xfrm>
                <a:off x="258" y="48"/>
                <a:ext cx="22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sz="2000">
                    <a:ea typeface="永中宋体" pitchFamily="2" charset="-122"/>
                  </a:rPr>
                  <a:t>数学对象与关系描述</a:t>
                </a:r>
              </a:p>
            </p:txBody>
          </p:sp>
        </p:grpSp>
        <p:grpSp>
          <p:nvGrpSpPr>
            <p:cNvPr id="31752" name="Group 15">
              <a:extLst>
                <a:ext uri="{FF2B5EF4-FFF2-40B4-BE49-F238E27FC236}">
                  <a16:creationId xmlns:a16="http://schemas.microsoft.com/office/drawing/2014/main" id="{C5DC13F9-6179-DD71-FD7C-FBCB6B49D311}"/>
                </a:ext>
              </a:extLst>
            </p:cNvPr>
            <p:cNvGrpSpPr>
              <a:grpSpLocks/>
            </p:cNvGrpSpPr>
            <p:nvPr/>
          </p:nvGrpSpPr>
          <p:grpSpPr bwMode="auto">
            <a:xfrm>
              <a:off x="1668462" y="2314575"/>
              <a:ext cx="4046538" cy="628650"/>
              <a:chOff x="0" y="0"/>
              <a:chExt cx="2549" cy="396"/>
            </a:xfrm>
          </p:grpSpPr>
          <p:sp>
            <p:nvSpPr>
              <p:cNvPr id="31760" name="AutoShape 10">
                <a:extLst>
                  <a:ext uri="{FF2B5EF4-FFF2-40B4-BE49-F238E27FC236}">
                    <a16:creationId xmlns:a16="http://schemas.microsoft.com/office/drawing/2014/main" id="{A47F686F-6F30-76A6-C3AB-9A5280A2FF72}"/>
                  </a:ext>
                </a:extLst>
              </p:cNvPr>
              <p:cNvSpPr>
                <a:spLocks noChangeArrowheads="1"/>
              </p:cNvSpPr>
              <p:nvPr/>
            </p:nvSpPr>
            <p:spPr bwMode="auto">
              <a:xfrm>
                <a:off x="0" y="0"/>
                <a:ext cx="2547" cy="396"/>
              </a:xfrm>
              <a:prstGeom prst="roundRect">
                <a:avLst>
                  <a:gd name="adj" fmla="val 16667"/>
                </a:avLst>
              </a:prstGeom>
              <a:solidFill>
                <a:schemeClr val="accent1"/>
              </a:solidFill>
              <a:ln w="9525">
                <a:round/>
                <a:headEnd/>
                <a:tailEnd/>
              </a:ln>
              <a:scene3d>
                <a:camera prst="legacyPerspectiv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1761" name="Text Box 11">
                <a:extLst>
                  <a:ext uri="{FF2B5EF4-FFF2-40B4-BE49-F238E27FC236}">
                    <a16:creationId xmlns:a16="http://schemas.microsoft.com/office/drawing/2014/main" id="{4EDABBD9-706D-A549-490E-73B77B16244D}"/>
                  </a:ext>
                </a:extLst>
              </p:cNvPr>
              <p:cNvSpPr txBox="1">
                <a:spLocks noChangeArrowheads="1"/>
              </p:cNvSpPr>
              <p:nvPr/>
            </p:nvSpPr>
            <p:spPr bwMode="auto">
              <a:xfrm>
                <a:off x="258" y="48"/>
                <a:ext cx="22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sz="2000">
                    <a:ea typeface="永中宋体" pitchFamily="2" charset="-122"/>
                  </a:rPr>
                  <a:t>数据结构与状态转换</a:t>
                </a:r>
              </a:p>
            </p:txBody>
          </p:sp>
        </p:grpSp>
        <p:grpSp>
          <p:nvGrpSpPr>
            <p:cNvPr id="31753" name="Group 18">
              <a:extLst>
                <a:ext uri="{FF2B5EF4-FFF2-40B4-BE49-F238E27FC236}">
                  <a16:creationId xmlns:a16="http://schemas.microsoft.com/office/drawing/2014/main" id="{BF0E6F8C-9427-D9E0-AA70-089252E41F0A}"/>
                </a:ext>
              </a:extLst>
            </p:cNvPr>
            <p:cNvGrpSpPr>
              <a:grpSpLocks/>
            </p:cNvGrpSpPr>
            <p:nvPr/>
          </p:nvGrpSpPr>
          <p:grpSpPr bwMode="auto">
            <a:xfrm>
              <a:off x="1665287" y="3473450"/>
              <a:ext cx="4046538" cy="628650"/>
              <a:chOff x="0" y="0"/>
              <a:chExt cx="2549" cy="396"/>
            </a:xfrm>
          </p:grpSpPr>
          <p:sp>
            <p:nvSpPr>
              <p:cNvPr id="31758" name="AutoShape 13">
                <a:extLst>
                  <a:ext uri="{FF2B5EF4-FFF2-40B4-BE49-F238E27FC236}">
                    <a16:creationId xmlns:a16="http://schemas.microsoft.com/office/drawing/2014/main" id="{8F460E9F-1E59-955D-6A67-11A7D879F317}"/>
                  </a:ext>
                </a:extLst>
              </p:cNvPr>
              <p:cNvSpPr>
                <a:spLocks noChangeArrowheads="1"/>
              </p:cNvSpPr>
              <p:nvPr/>
            </p:nvSpPr>
            <p:spPr bwMode="auto">
              <a:xfrm>
                <a:off x="0" y="0"/>
                <a:ext cx="2547" cy="396"/>
              </a:xfrm>
              <a:prstGeom prst="roundRect">
                <a:avLst>
                  <a:gd name="adj" fmla="val 16667"/>
                </a:avLst>
              </a:prstGeom>
              <a:solidFill>
                <a:schemeClr val="accent1"/>
              </a:solidFill>
              <a:ln w="9525">
                <a:round/>
                <a:headEnd/>
                <a:tailEnd/>
              </a:ln>
              <a:scene3d>
                <a:camera prst="legacyPerspectiv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1759" name="Text Box 14">
                <a:extLst>
                  <a:ext uri="{FF2B5EF4-FFF2-40B4-BE49-F238E27FC236}">
                    <a16:creationId xmlns:a16="http://schemas.microsoft.com/office/drawing/2014/main" id="{A1AFE16E-9634-B26D-22EF-DF824DF77108}"/>
                  </a:ext>
                </a:extLst>
              </p:cNvPr>
              <p:cNvSpPr txBox="1">
                <a:spLocks noChangeArrowheads="1"/>
              </p:cNvSpPr>
              <p:nvPr/>
            </p:nvSpPr>
            <p:spPr bwMode="auto">
              <a:xfrm>
                <a:off x="258" y="48"/>
                <a:ext cx="22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a:ea typeface="永中宋体" pitchFamily="2" charset="-122"/>
                  </a:rPr>
                  <a:t>操作过程与效果</a:t>
                </a:r>
              </a:p>
            </p:txBody>
          </p:sp>
        </p:grpSp>
        <p:sp>
          <p:nvSpPr>
            <p:cNvPr id="7189" name="AutoShape 15">
              <a:extLst>
                <a:ext uri="{FF2B5EF4-FFF2-40B4-BE49-F238E27FC236}">
                  <a16:creationId xmlns:a16="http://schemas.microsoft.com/office/drawing/2014/main" id="{61692A5E-F31D-01FD-3025-F2398200308A}"/>
                </a:ext>
              </a:extLst>
            </p:cNvPr>
            <p:cNvSpPr>
              <a:spLocks/>
            </p:cNvSpPr>
            <p:nvPr/>
          </p:nvSpPr>
          <p:spPr bwMode="auto">
            <a:xfrm rot="5400000">
              <a:off x="-855984" y="1963652"/>
              <a:ext cx="3160745" cy="489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 name="T30" fmla="*/ 3375 w 21600"/>
                <a:gd name="T31" fmla="*/ 5400 h 21600"/>
                <a:gd name="T32" fmla="*/ 18900 w 21600"/>
                <a:gd name="T33" fmla="*/ 162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T30" t="T31" r="T32" b="T33"/>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alpha val="98999"/>
                  </a:schemeClr>
                </a:gs>
                <a:gs pos="50000">
                  <a:srgbClr val="5E5E00"/>
                </a:gs>
                <a:gs pos="100000">
                  <a:schemeClr val="accent1">
                    <a:alpha val="98999"/>
                  </a:schemeClr>
                </a:gs>
              </a:gsLst>
              <a:lin ang="0" scaled="1"/>
            </a:gradFill>
            <a:ln w="9525" cmpd="sng">
              <a:solidFill>
                <a:schemeClr val="tx1"/>
              </a:solidFill>
              <a:round/>
              <a:headEnd/>
              <a:tailEnd/>
            </a:ln>
            <a:effectLst>
              <a:outerShdw blurRad="63500" dist="107763" dir="13500000" algn="ctr" rotWithShape="0">
                <a:schemeClr val="bg2">
                  <a:alpha val="50000"/>
                </a:schemeClr>
              </a:outerShdw>
            </a:effectLst>
          </p:spPr>
          <p:txBody>
            <a:bodyPr wrap="none" anchor="ctr"/>
            <a:lstStyle/>
            <a:p>
              <a:pPr>
                <a:defRPr/>
              </a:pPr>
              <a:endParaRPr lang="zh-CN" altLang="en-US">
                <a:latin typeface="Times New Roman" charset="0"/>
                <a:ea typeface="宋体" charset="0"/>
              </a:endParaRPr>
            </a:p>
          </p:txBody>
        </p:sp>
        <p:sp>
          <p:nvSpPr>
            <p:cNvPr id="31755" name="Text Box 16">
              <a:extLst>
                <a:ext uri="{FF2B5EF4-FFF2-40B4-BE49-F238E27FC236}">
                  <a16:creationId xmlns:a16="http://schemas.microsoft.com/office/drawing/2014/main" id="{088A2D26-C585-46D4-9B48-306367A0471A}"/>
                </a:ext>
              </a:extLst>
            </p:cNvPr>
            <p:cNvSpPr txBox="1">
              <a:spLocks noChangeArrowheads="1"/>
            </p:cNvSpPr>
            <p:nvPr/>
          </p:nvSpPr>
          <p:spPr bwMode="auto">
            <a:xfrm>
              <a:off x="0" y="1385888"/>
              <a:ext cx="4794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a:ea typeface="永中宋体" pitchFamily="2" charset="-122"/>
                </a:rPr>
                <a:t>分</a:t>
              </a:r>
            </a:p>
            <a:p>
              <a:pPr fontAlgn="b">
                <a:spcBef>
                  <a:spcPct val="50000"/>
                </a:spcBef>
              </a:pPr>
              <a:r>
                <a:rPr kumimoji="0" lang="zh-CN" altLang="en-US">
                  <a:ea typeface="永中宋体" pitchFamily="2" charset="-122"/>
                </a:rPr>
                <a:t>析</a:t>
              </a:r>
            </a:p>
          </p:txBody>
        </p:sp>
        <p:sp>
          <p:nvSpPr>
            <p:cNvPr id="7191" name="AutoShape 17">
              <a:extLst>
                <a:ext uri="{FF2B5EF4-FFF2-40B4-BE49-F238E27FC236}">
                  <a16:creationId xmlns:a16="http://schemas.microsoft.com/office/drawing/2014/main" id="{68B2BE46-F6DC-9A83-19C6-E4975672F59C}"/>
                </a:ext>
              </a:extLst>
            </p:cNvPr>
            <p:cNvSpPr>
              <a:spLocks/>
            </p:cNvSpPr>
            <p:nvPr/>
          </p:nvSpPr>
          <p:spPr bwMode="auto">
            <a:xfrm rot="16200000" flipV="1">
              <a:off x="5069175" y="1868175"/>
              <a:ext cx="3160744" cy="489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 name="T30" fmla="*/ 3375 w 21600"/>
                <a:gd name="T31" fmla="*/ 5400 h 21600"/>
                <a:gd name="T32" fmla="*/ 18900 w 21600"/>
                <a:gd name="T33" fmla="*/ 162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T30" t="T31" r="T32" b="T33"/>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alpha val="98999"/>
                  </a:schemeClr>
                </a:gs>
                <a:gs pos="50000">
                  <a:srgbClr val="5E5E00"/>
                </a:gs>
                <a:gs pos="100000">
                  <a:schemeClr val="accent1">
                    <a:alpha val="98999"/>
                  </a:schemeClr>
                </a:gs>
              </a:gsLst>
              <a:lin ang="0" scaled="1"/>
            </a:gradFill>
            <a:ln w="9525" cmpd="sng">
              <a:solidFill>
                <a:schemeClr val="tx1"/>
              </a:solidFill>
              <a:round/>
              <a:headEnd/>
              <a:tailEnd/>
            </a:ln>
            <a:effectLst>
              <a:outerShdw blurRad="63500" dist="107763" dir="13500000" algn="ctr" rotWithShape="0">
                <a:schemeClr val="bg2">
                  <a:alpha val="50000"/>
                </a:schemeClr>
              </a:outerShdw>
            </a:effectLst>
          </p:spPr>
          <p:txBody>
            <a:bodyPr wrap="none" anchor="ctr"/>
            <a:lstStyle/>
            <a:p>
              <a:pPr>
                <a:defRPr/>
              </a:pPr>
              <a:endParaRPr lang="zh-CN" altLang="en-US">
                <a:latin typeface="Times New Roman" charset="0"/>
                <a:ea typeface="宋体" charset="0"/>
              </a:endParaRPr>
            </a:p>
          </p:txBody>
        </p:sp>
        <p:sp>
          <p:nvSpPr>
            <p:cNvPr id="31757" name="Text Box 18">
              <a:extLst>
                <a:ext uri="{FF2B5EF4-FFF2-40B4-BE49-F238E27FC236}">
                  <a16:creationId xmlns:a16="http://schemas.microsoft.com/office/drawing/2014/main" id="{7E1E752F-F2F2-AF63-773D-B1859B145EA6}"/>
                </a:ext>
              </a:extLst>
            </p:cNvPr>
            <p:cNvSpPr txBox="1">
              <a:spLocks noChangeArrowheads="1"/>
            </p:cNvSpPr>
            <p:nvPr/>
          </p:nvSpPr>
          <p:spPr bwMode="auto">
            <a:xfrm>
              <a:off x="6894512" y="1601788"/>
              <a:ext cx="4794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
                <a:spcBef>
                  <a:spcPct val="50000"/>
                </a:spcBef>
              </a:pPr>
              <a:r>
                <a:rPr kumimoji="0" lang="zh-CN" altLang="en-US">
                  <a:ea typeface="永中宋体" pitchFamily="2" charset="-122"/>
                </a:rPr>
                <a:t>求</a:t>
              </a:r>
            </a:p>
            <a:p>
              <a:pPr fontAlgn="b">
                <a:spcBef>
                  <a:spcPct val="50000"/>
                </a:spcBef>
              </a:pPr>
              <a:r>
                <a:rPr kumimoji="0" lang="zh-CN" altLang="en-US">
                  <a:ea typeface="永中宋体" pitchFamily="2" charset="-122"/>
                </a:rPr>
                <a:t>解</a:t>
              </a:r>
            </a:p>
          </p:txBody>
        </p:sp>
      </p:grpSp>
    </p:spTree>
  </p:cSld>
  <p:clrMapOvr>
    <a:masterClrMapping/>
  </p:clrMapOvr>
  <p:transition>
    <p:cover dir="u"/>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1026">
            <a:extLst>
              <a:ext uri="{FF2B5EF4-FFF2-40B4-BE49-F238E27FC236}">
                <a16:creationId xmlns:a16="http://schemas.microsoft.com/office/drawing/2014/main" id="{36DCFCD3-B48B-EB13-42F4-C719538E9537}"/>
              </a:ext>
            </a:extLst>
          </p:cNvPr>
          <p:cNvSpPr>
            <a:spLocks noGrp="1" noChangeArrowheads="1"/>
          </p:cNvSpPr>
          <p:nvPr>
            <p:ph type="title" idx="4294967295"/>
          </p:nvPr>
        </p:nvSpPr>
        <p:spPr/>
        <p:txBody>
          <a:bodyPr/>
          <a:lstStyle/>
          <a:p>
            <a:pPr eaLnBrk="1" hangingPunct="1"/>
            <a:r>
              <a:rPr kumimoji="0" lang="en-US" altLang="zh-CN"/>
              <a:t>Goal of the Course</a:t>
            </a:r>
          </a:p>
        </p:txBody>
      </p:sp>
      <p:sp>
        <p:nvSpPr>
          <p:cNvPr id="8195" name="Rectangle 1027">
            <a:extLst>
              <a:ext uri="{FF2B5EF4-FFF2-40B4-BE49-F238E27FC236}">
                <a16:creationId xmlns:a16="http://schemas.microsoft.com/office/drawing/2014/main" id="{594FBD73-205C-54A5-3DE6-10E2FD57151F}"/>
              </a:ext>
            </a:extLst>
          </p:cNvPr>
          <p:cNvSpPr>
            <a:spLocks noGrp="1" noChangeArrowheads="1"/>
          </p:cNvSpPr>
          <p:nvPr>
            <p:ph type="body" idx="4294967295"/>
          </p:nvPr>
        </p:nvSpPr>
        <p:spPr/>
        <p:txBody>
          <a:bodyPr/>
          <a:lstStyle/>
          <a:p>
            <a:pPr eaLnBrk="1" hangingPunct="1">
              <a:lnSpc>
                <a:spcPct val="90000"/>
              </a:lnSpc>
              <a:spcBef>
                <a:spcPct val="50000"/>
              </a:spcBef>
            </a:pPr>
            <a:r>
              <a:rPr kumimoji="0" lang="en-US" altLang="zh-CN"/>
              <a:t>Learning to </a:t>
            </a:r>
            <a:r>
              <a:rPr kumimoji="0" lang="en-US" altLang="zh-CN" b="1">
                <a:solidFill>
                  <a:srgbClr val="FF3300"/>
                </a:solidFill>
              </a:rPr>
              <a:t>solve real problems</a:t>
            </a:r>
            <a:r>
              <a:rPr kumimoji="0" lang="en-US" altLang="zh-CN"/>
              <a:t> that arise frequently in computer application</a:t>
            </a:r>
          </a:p>
          <a:p>
            <a:pPr eaLnBrk="1" hangingPunct="1">
              <a:lnSpc>
                <a:spcPct val="90000"/>
              </a:lnSpc>
              <a:spcBef>
                <a:spcPct val="50000"/>
              </a:spcBef>
            </a:pPr>
            <a:r>
              <a:rPr kumimoji="0" lang="en-US" altLang="zh-CN"/>
              <a:t>Learning the basic principles and techniques used for answering the question: </a:t>
            </a:r>
            <a:r>
              <a:rPr kumimoji="0" lang="en-US" altLang="en-US"/>
              <a:t>“</a:t>
            </a:r>
            <a:r>
              <a:rPr kumimoji="0" lang="en-US" altLang="zh-CN" b="1">
                <a:solidFill>
                  <a:srgbClr val="0000CC"/>
                </a:solidFill>
              </a:rPr>
              <a:t>How good</a:t>
            </a:r>
            <a:r>
              <a:rPr kumimoji="0" lang="en-US" altLang="zh-CN"/>
              <a:t>, or, how bad is the algorithm</a:t>
            </a:r>
            <a:r>
              <a:rPr kumimoji="0" lang="en-US" altLang="en-US"/>
              <a:t>”</a:t>
            </a:r>
            <a:endParaRPr kumimoji="0" lang="en-US" altLang="zh-CN"/>
          </a:p>
          <a:p>
            <a:pPr eaLnBrk="1" hangingPunct="1">
              <a:lnSpc>
                <a:spcPct val="90000"/>
              </a:lnSpc>
              <a:spcBef>
                <a:spcPct val="50000"/>
              </a:spcBef>
            </a:pPr>
            <a:r>
              <a:rPr kumimoji="0" lang="en-US" altLang="zh-CN"/>
              <a:t>Getting to know a group of </a:t>
            </a:r>
            <a:r>
              <a:rPr kumimoji="0" lang="en-US" altLang="en-US"/>
              <a:t>“</a:t>
            </a:r>
            <a:r>
              <a:rPr kumimoji="0" lang="en-US" altLang="zh-CN"/>
              <a:t>very difficult problems</a:t>
            </a:r>
            <a:r>
              <a:rPr kumimoji="0" lang="en-US" altLang="en-US"/>
              <a:t>”</a:t>
            </a:r>
            <a:r>
              <a:rPr kumimoji="0" lang="en-US" altLang="zh-CN"/>
              <a:t> categorized as </a:t>
            </a:r>
            <a:r>
              <a:rPr kumimoji="0" lang="en-US" altLang="en-US"/>
              <a:t>“</a:t>
            </a:r>
            <a:r>
              <a:rPr kumimoji="0" lang="en-US" altLang="zh-CN" b="1">
                <a:solidFill>
                  <a:srgbClr val="006600"/>
                </a:solidFill>
              </a:rPr>
              <a:t>NP-Complete</a:t>
            </a:r>
            <a:r>
              <a:rPr kumimoji="0" lang="en-US" altLang="en-US"/>
              <a:t>”</a:t>
            </a:r>
            <a:endParaRPr kumimoji="0" lang="en-US" altLang="zh-CN"/>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CF47AE5-7303-3E36-BEE7-C56FF46C7303}"/>
              </a:ext>
            </a:extLst>
          </p:cNvPr>
          <p:cNvSpPr>
            <a:spLocks noGrp="1" noChangeArrowheads="1"/>
          </p:cNvSpPr>
          <p:nvPr>
            <p:ph type="title" idx="4294967295"/>
          </p:nvPr>
        </p:nvSpPr>
        <p:spPr/>
        <p:txBody>
          <a:bodyPr/>
          <a:lstStyle/>
          <a:p>
            <a:pPr eaLnBrk="1" hangingPunct="1"/>
            <a:r>
              <a:rPr kumimoji="0" lang="en-US" altLang="zh-CN"/>
              <a:t>Design and Analysis, in general</a:t>
            </a:r>
          </a:p>
        </p:txBody>
      </p:sp>
      <p:sp>
        <p:nvSpPr>
          <p:cNvPr id="34818" name="Rectangle 4">
            <a:extLst>
              <a:ext uri="{FF2B5EF4-FFF2-40B4-BE49-F238E27FC236}">
                <a16:creationId xmlns:a16="http://schemas.microsoft.com/office/drawing/2014/main" id="{23DC7611-CBC5-4A93-B6CB-2C2A875013CA}"/>
              </a:ext>
            </a:extLst>
          </p:cNvPr>
          <p:cNvSpPr>
            <a:spLocks noGrp="1" noChangeArrowheads="1"/>
          </p:cNvSpPr>
          <p:nvPr>
            <p:ph type="body" sz="half" idx="4294967295"/>
          </p:nvPr>
        </p:nvSpPr>
        <p:spPr>
          <a:xfrm>
            <a:off x="328613" y="1941513"/>
            <a:ext cx="4027487" cy="4114800"/>
          </a:xfrm>
        </p:spPr>
        <p:txBody>
          <a:bodyPr/>
          <a:lstStyle/>
          <a:p>
            <a:pPr eaLnBrk="1" hangingPunct="1"/>
            <a:r>
              <a:rPr kumimoji="0" lang="en-US" altLang="zh-CN" sz="2800"/>
              <a:t>Design</a:t>
            </a:r>
          </a:p>
          <a:p>
            <a:pPr lvl="1" eaLnBrk="1" hangingPunct="1"/>
            <a:r>
              <a:rPr kumimoji="0" lang="en-US" altLang="zh-CN" sz="2400"/>
              <a:t>Understanding the goal</a:t>
            </a:r>
          </a:p>
          <a:p>
            <a:pPr lvl="1" eaLnBrk="1" hangingPunct="1"/>
            <a:r>
              <a:rPr kumimoji="0" lang="en-US" altLang="zh-CN" sz="2400"/>
              <a:t>Select the tools</a:t>
            </a:r>
          </a:p>
          <a:p>
            <a:pPr lvl="1" eaLnBrk="1" hangingPunct="1"/>
            <a:r>
              <a:rPr kumimoji="0" lang="en-US" altLang="zh-CN" sz="2400"/>
              <a:t>What components are needed</a:t>
            </a:r>
          </a:p>
          <a:p>
            <a:pPr lvl="1" eaLnBrk="1" hangingPunct="1"/>
            <a:r>
              <a:rPr kumimoji="0" lang="en-US" altLang="zh-CN" sz="2400"/>
              <a:t>How the components should be put together</a:t>
            </a:r>
          </a:p>
          <a:p>
            <a:pPr lvl="1" eaLnBrk="1" hangingPunct="1"/>
            <a:r>
              <a:rPr kumimoji="0" lang="en-US" altLang="zh-CN" sz="2400"/>
              <a:t>Composing functions to form a process</a:t>
            </a:r>
          </a:p>
          <a:p>
            <a:pPr eaLnBrk="1" hangingPunct="1"/>
            <a:endParaRPr kumimoji="0" lang="en-US" altLang="en-US" sz="2800"/>
          </a:p>
        </p:txBody>
      </p:sp>
      <p:sp>
        <p:nvSpPr>
          <p:cNvPr id="34819" name="Rectangle 5">
            <a:extLst>
              <a:ext uri="{FF2B5EF4-FFF2-40B4-BE49-F238E27FC236}">
                <a16:creationId xmlns:a16="http://schemas.microsoft.com/office/drawing/2014/main" id="{88C488CC-ED8F-A776-1BE1-57BB51EF23FD}"/>
              </a:ext>
            </a:extLst>
          </p:cNvPr>
          <p:cNvSpPr>
            <a:spLocks noGrp="1" noChangeArrowheads="1"/>
          </p:cNvSpPr>
          <p:nvPr>
            <p:ph type="body" sz="half" idx="4294967295"/>
          </p:nvPr>
        </p:nvSpPr>
        <p:spPr>
          <a:xfrm>
            <a:off x="4508500" y="1941513"/>
            <a:ext cx="4029075" cy="4114800"/>
          </a:xfrm>
        </p:spPr>
        <p:txBody>
          <a:bodyPr/>
          <a:lstStyle/>
          <a:p>
            <a:pPr eaLnBrk="1" hangingPunct="1"/>
            <a:r>
              <a:rPr kumimoji="0" lang="en-US" altLang="zh-CN" sz="2800"/>
              <a:t>Analysis</a:t>
            </a:r>
          </a:p>
          <a:p>
            <a:pPr lvl="1" eaLnBrk="1" hangingPunct="1"/>
            <a:r>
              <a:rPr kumimoji="0" lang="en-US" altLang="zh-CN" sz="2400"/>
              <a:t>How does it work?</a:t>
            </a:r>
          </a:p>
          <a:p>
            <a:pPr lvl="1" eaLnBrk="1" hangingPunct="1"/>
            <a:r>
              <a:rPr kumimoji="0" lang="en-US" altLang="zh-CN" sz="2400"/>
              <a:t>Breaking a system down to known components</a:t>
            </a:r>
          </a:p>
          <a:p>
            <a:pPr lvl="1" eaLnBrk="1" hangingPunct="1"/>
            <a:r>
              <a:rPr kumimoji="0" lang="en-US" altLang="zh-CN" sz="2400"/>
              <a:t>How the components relate to each other</a:t>
            </a:r>
          </a:p>
          <a:p>
            <a:pPr lvl="1" eaLnBrk="1" hangingPunct="1"/>
            <a:r>
              <a:rPr kumimoji="0" lang="en-US" altLang="zh-CN" sz="2400"/>
              <a:t>Breaking a process down to known functions</a:t>
            </a:r>
          </a:p>
          <a:p>
            <a:pPr eaLnBrk="1" hangingPunct="1"/>
            <a:endParaRPr kumimoji="0" lang="zh-CN" altLang="en-US" sz="2800"/>
          </a:p>
        </p:txBody>
      </p:sp>
    </p:spTree>
  </p:cSld>
  <p:clrMapOvr>
    <a:masterClrMapping/>
  </p:clrMapOvr>
  <p:transition>
    <p:cover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48B9655A-B6E9-E5A5-7416-E8833580BEA8}"/>
              </a:ext>
            </a:extLst>
          </p:cNvPr>
          <p:cNvSpPr>
            <a:spLocks noGrp="1" noChangeArrowheads="1"/>
          </p:cNvSpPr>
          <p:nvPr>
            <p:ph type="title" idx="4294967295"/>
          </p:nvPr>
        </p:nvSpPr>
        <p:spPr/>
        <p:txBody>
          <a:bodyPr/>
          <a:lstStyle/>
          <a:p>
            <a:pPr eaLnBrk="1" hangingPunct="1"/>
            <a:r>
              <a:rPr kumimoji="0" lang="en-US" altLang="zh-CN"/>
              <a:t>Problem Solving</a:t>
            </a:r>
          </a:p>
        </p:txBody>
      </p:sp>
      <p:sp>
        <p:nvSpPr>
          <p:cNvPr id="35842" name="Rectangle 4">
            <a:extLst>
              <a:ext uri="{FF2B5EF4-FFF2-40B4-BE49-F238E27FC236}">
                <a16:creationId xmlns:a16="http://schemas.microsoft.com/office/drawing/2014/main" id="{C99ED03C-AE4A-637E-3C1D-FE3E6AE6D287}"/>
              </a:ext>
            </a:extLst>
          </p:cNvPr>
          <p:cNvSpPr>
            <a:spLocks noGrp="1" noChangeArrowheads="1"/>
          </p:cNvSpPr>
          <p:nvPr>
            <p:ph type="body" sz="half" idx="4294967295"/>
          </p:nvPr>
        </p:nvSpPr>
        <p:spPr>
          <a:xfrm>
            <a:off x="328613" y="1941513"/>
            <a:ext cx="4027487" cy="4114800"/>
          </a:xfrm>
        </p:spPr>
        <p:txBody>
          <a:bodyPr/>
          <a:lstStyle/>
          <a:p>
            <a:pPr eaLnBrk="1" hangingPunct="1">
              <a:lnSpc>
                <a:spcPct val="90000"/>
              </a:lnSpc>
            </a:pPr>
            <a:r>
              <a:rPr kumimoji="0" lang="en-US" altLang="zh-CN" sz="2800"/>
              <a:t>In general</a:t>
            </a:r>
          </a:p>
          <a:p>
            <a:pPr lvl="1" eaLnBrk="1" hangingPunct="1">
              <a:lnSpc>
                <a:spcPct val="90000"/>
              </a:lnSpc>
            </a:pPr>
            <a:r>
              <a:rPr kumimoji="0" lang="en-US" altLang="zh-CN" sz="2400"/>
              <a:t>Understanding the problem</a:t>
            </a:r>
          </a:p>
          <a:p>
            <a:pPr lvl="1" eaLnBrk="1" hangingPunct="1">
              <a:lnSpc>
                <a:spcPct val="90000"/>
              </a:lnSpc>
            </a:pPr>
            <a:r>
              <a:rPr kumimoji="0" lang="en-US" altLang="zh-CN" sz="2400"/>
              <a:t>Selecting the strategy</a:t>
            </a:r>
          </a:p>
          <a:p>
            <a:pPr lvl="1" eaLnBrk="1" hangingPunct="1">
              <a:lnSpc>
                <a:spcPct val="90000"/>
              </a:lnSpc>
            </a:pPr>
            <a:r>
              <a:rPr kumimoji="0" lang="en-US" altLang="zh-CN" sz="2400"/>
              <a:t>Giving the steps</a:t>
            </a:r>
          </a:p>
          <a:p>
            <a:pPr lvl="1" eaLnBrk="1" hangingPunct="1">
              <a:lnSpc>
                <a:spcPct val="90000"/>
              </a:lnSpc>
            </a:pPr>
            <a:r>
              <a:rPr kumimoji="0" lang="en-US" altLang="zh-CN" sz="2400"/>
              <a:t>Proving the correctness</a:t>
            </a:r>
          </a:p>
          <a:p>
            <a:pPr lvl="1" eaLnBrk="1" hangingPunct="1">
              <a:lnSpc>
                <a:spcPct val="90000"/>
              </a:lnSpc>
            </a:pPr>
            <a:r>
              <a:rPr kumimoji="0" lang="en-US" altLang="zh-CN" sz="2400"/>
              <a:t>Trying to improve</a:t>
            </a:r>
          </a:p>
          <a:p>
            <a:pPr lvl="1" eaLnBrk="1" hangingPunct="1">
              <a:lnSpc>
                <a:spcPct val="90000"/>
              </a:lnSpc>
            </a:pPr>
            <a:endParaRPr kumimoji="0" lang="en-US" altLang="en-US" sz="2400"/>
          </a:p>
        </p:txBody>
      </p:sp>
      <p:sp>
        <p:nvSpPr>
          <p:cNvPr id="35843" name="Rectangle 5">
            <a:extLst>
              <a:ext uri="{FF2B5EF4-FFF2-40B4-BE49-F238E27FC236}">
                <a16:creationId xmlns:a16="http://schemas.microsoft.com/office/drawing/2014/main" id="{146C218D-D36C-38C8-2965-A03CDB0BA806}"/>
              </a:ext>
            </a:extLst>
          </p:cNvPr>
          <p:cNvSpPr>
            <a:spLocks noGrp="1" noChangeArrowheads="1"/>
          </p:cNvSpPr>
          <p:nvPr>
            <p:ph type="body" sz="half" idx="4294967295"/>
          </p:nvPr>
        </p:nvSpPr>
        <p:spPr>
          <a:xfrm>
            <a:off x="4508500" y="1941513"/>
            <a:ext cx="4029075" cy="4114800"/>
          </a:xfrm>
        </p:spPr>
        <p:txBody>
          <a:bodyPr/>
          <a:lstStyle/>
          <a:p>
            <a:pPr eaLnBrk="1" hangingPunct="1">
              <a:lnSpc>
                <a:spcPct val="90000"/>
              </a:lnSpc>
            </a:pPr>
            <a:r>
              <a:rPr kumimoji="0" lang="en-US" altLang="zh-CN" sz="2800"/>
              <a:t>Using computer</a:t>
            </a:r>
          </a:p>
          <a:p>
            <a:pPr lvl="1" eaLnBrk="1" hangingPunct="1">
              <a:lnSpc>
                <a:spcPct val="90000"/>
              </a:lnSpc>
            </a:pPr>
            <a:r>
              <a:rPr kumimoji="0" lang="en-US" altLang="zh-CN" sz="2400"/>
              <a:t>Describing the problem:</a:t>
            </a:r>
          </a:p>
          <a:p>
            <a:pPr lvl="1" eaLnBrk="1" hangingPunct="1">
              <a:lnSpc>
                <a:spcPct val="90000"/>
              </a:lnSpc>
            </a:pPr>
            <a:r>
              <a:rPr kumimoji="0" lang="en-US" altLang="zh-CN" sz="2400"/>
              <a:t>Selecting the strategy: </a:t>
            </a:r>
          </a:p>
          <a:p>
            <a:pPr lvl="1" eaLnBrk="1" hangingPunct="1">
              <a:lnSpc>
                <a:spcPct val="90000"/>
              </a:lnSpc>
            </a:pPr>
            <a:r>
              <a:rPr kumimoji="0" lang="en-US" altLang="zh-CN" sz="2400"/>
              <a:t>Algorithm:</a:t>
            </a:r>
          </a:p>
          <a:p>
            <a:pPr lvl="2" eaLnBrk="1" hangingPunct="1">
              <a:lnSpc>
                <a:spcPct val="90000"/>
              </a:lnSpc>
            </a:pPr>
            <a:r>
              <a:rPr kumimoji="0" lang="en-US" altLang="zh-CN" sz="2000"/>
              <a:t>Input/Output/Step:</a:t>
            </a:r>
          </a:p>
          <a:p>
            <a:pPr lvl="1" eaLnBrk="1" hangingPunct="1">
              <a:lnSpc>
                <a:spcPct val="90000"/>
              </a:lnSpc>
            </a:pPr>
            <a:r>
              <a:rPr kumimoji="0" lang="en-US" altLang="zh-CN" sz="2400"/>
              <a:t>Analysis:</a:t>
            </a:r>
          </a:p>
          <a:p>
            <a:pPr lvl="2" eaLnBrk="1" hangingPunct="1">
              <a:lnSpc>
                <a:spcPct val="90000"/>
              </a:lnSpc>
            </a:pPr>
            <a:r>
              <a:rPr kumimoji="0" lang="en-US" altLang="zh-CN" sz="2000"/>
              <a:t>Correct or wrong</a:t>
            </a:r>
          </a:p>
          <a:p>
            <a:pPr lvl="2" eaLnBrk="1" hangingPunct="1">
              <a:lnSpc>
                <a:spcPct val="90000"/>
              </a:lnSpc>
            </a:pPr>
            <a:r>
              <a:rPr kumimoji="0" lang="en-US" altLang="en-US" sz="2000"/>
              <a:t>“</a:t>
            </a:r>
            <a:r>
              <a:rPr kumimoji="0" lang="en-US" altLang="zh-CN" sz="2000"/>
              <a:t>good</a:t>
            </a:r>
            <a:r>
              <a:rPr kumimoji="0" lang="en-US" altLang="en-US" sz="2000"/>
              <a:t>”</a:t>
            </a:r>
            <a:r>
              <a:rPr kumimoji="0" lang="en-US" altLang="zh-CN" sz="2000"/>
              <a:t> or </a:t>
            </a:r>
            <a:r>
              <a:rPr kumimoji="0" lang="en-US" altLang="en-US" sz="2000"/>
              <a:t>“</a:t>
            </a:r>
            <a:r>
              <a:rPr kumimoji="0" lang="en-US" altLang="zh-CN" sz="2000"/>
              <a:t>bad</a:t>
            </a:r>
            <a:r>
              <a:rPr kumimoji="0" lang="en-US" altLang="en-US" sz="2000"/>
              <a:t>”</a:t>
            </a:r>
            <a:endParaRPr kumimoji="0" lang="en-US" altLang="zh-CN" sz="2000"/>
          </a:p>
          <a:p>
            <a:pPr lvl="1" eaLnBrk="1" hangingPunct="1">
              <a:lnSpc>
                <a:spcPct val="90000"/>
              </a:lnSpc>
            </a:pPr>
            <a:r>
              <a:rPr kumimoji="0" lang="en-US" altLang="zh-CN" sz="2400"/>
              <a:t>Implementation:</a:t>
            </a:r>
          </a:p>
          <a:p>
            <a:pPr lvl="1" eaLnBrk="1" hangingPunct="1">
              <a:lnSpc>
                <a:spcPct val="90000"/>
              </a:lnSpc>
            </a:pPr>
            <a:r>
              <a:rPr kumimoji="0" lang="en-US" altLang="zh-CN" sz="2400"/>
              <a:t>Verification:</a:t>
            </a:r>
          </a:p>
        </p:txBody>
      </p:sp>
    </p:spTree>
  </p:cSld>
  <p:clrMapOvr>
    <a:masterClrMapping/>
  </p:clrMapOvr>
  <p:transition>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AutoShape 5" descr="粉色面巾纸">
            <a:extLst>
              <a:ext uri="{FF2B5EF4-FFF2-40B4-BE49-F238E27FC236}">
                <a16:creationId xmlns:a16="http://schemas.microsoft.com/office/drawing/2014/main" id="{42844127-9B95-7519-CFCA-1BD12C8F1E1F}"/>
              </a:ext>
            </a:extLst>
          </p:cNvPr>
          <p:cNvSpPr>
            <a:spLocks noChangeArrowheads="1"/>
          </p:cNvSpPr>
          <p:nvPr/>
        </p:nvSpPr>
        <p:spPr bwMode="auto">
          <a:xfrm>
            <a:off x="539750" y="2420938"/>
            <a:ext cx="5256213" cy="1152525"/>
          </a:xfrm>
          <a:prstGeom prst="roundRect">
            <a:avLst>
              <a:gd name="adj" fmla="val 16667"/>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6866" name="Rectangle 2">
            <a:extLst>
              <a:ext uri="{FF2B5EF4-FFF2-40B4-BE49-F238E27FC236}">
                <a16:creationId xmlns:a16="http://schemas.microsoft.com/office/drawing/2014/main" id="{78A9CB3C-3656-FEB7-AA36-D2F011CC03FB}"/>
              </a:ext>
            </a:extLst>
          </p:cNvPr>
          <p:cNvSpPr>
            <a:spLocks noGrp="1" noChangeArrowheads="1"/>
          </p:cNvSpPr>
          <p:nvPr>
            <p:ph type="title" idx="4294967295"/>
          </p:nvPr>
        </p:nvSpPr>
        <p:spPr/>
        <p:txBody>
          <a:bodyPr/>
          <a:lstStyle/>
          <a:p>
            <a:pPr eaLnBrk="1" hangingPunct="1"/>
            <a:r>
              <a:rPr kumimoji="0" lang="en-US" altLang="zh-CN"/>
              <a:t>Probably the Oldest Algorithm</a:t>
            </a:r>
          </a:p>
        </p:txBody>
      </p:sp>
      <p:sp>
        <p:nvSpPr>
          <p:cNvPr id="36867" name="Rectangle 3">
            <a:extLst>
              <a:ext uri="{FF2B5EF4-FFF2-40B4-BE49-F238E27FC236}">
                <a16:creationId xmlns:a16="http://schemas.microsoft.com/office/drawing/2014/main" id="{39AC6F87-1C0C-234C-CA78-8ACD402B0A61}"/>
              </a:ext>
            </a:extLst>
          </p:cNvPr>
          <p:cNvSpPr>
            <a:spLocks noGrp="1" noChangeArrowheads="1"/>
          </p:cNvSpPr>
          <p:nvPr>
            <p:ph type="body" idx="4294967295"/>
          </p:nvPr>
        </p:nvSpPr>
        <p:spPr>
          <a:xfrm>
            <a:off x="323850" y="1916113"/>
            <a:ext cx="8208963" cy="4114800"/>
          </a:xfrm>
        </p:spPr>
        <p:txBody>
          <a:bodyPr/>
          <a:lstStyle/>
          <a:p>
            <a:pPr eaLnBrk="1" hangingPunct="1">
              <a:spcBef>
                <a:spcPct val="60000"/>
              </a:spcBef>
            </a:pPr>
            <a:r>
              <a:rPr kumimoji="0" lang="en-US" altLang="zh-CN" sz="2800" b="1">
                <a:solidFill>
                  <a:schemeClr val="tx2"/>
                </a:solidFill>
                <a:sym typeface="Symbol" pitchFamily="2" charset="2"/>
              </a:rPr>
              <a:t>Euclid algorithm</a:t>
            </a:r>
          </a:p>
          <a:p>
            <a:pPr lvl="1" eaLnBrk="1" hangingPunct="1"/>
            <a:r>
              <a:rPr kumimoji="0" lang="en-US" altLang="zh-CN"/>
              <a:t>input: nonnegative integer </a:t>
            </a:r>
            <a:r>
              <a:rPr kumimoji="0" lang="en-US" altLang="zh-CN" i="1"/>
              <a:t>m</a:t>
            </a:r>
            <a:r>
              <a:rPr kumimoji="0" lang="en-US" altLang="zh-CN"/>
              <a:t>,</a:t>
            </a:r>
            <a:r>
              <a:rPr kumimoji="0" lang="en-US" altLang="zh-CN" i="1"/>
              <a:t>n</a:t>
            </a:r>
          </a:p>
          <a:p>
            <a:pPr lvl="1" eaLnBrk="1" hangingPunct="1"/>
            <a:r>
              <a:rPr kumimoji="0" lang="en-US" altLang="zh-CN"/>
              <a:t>output: gcd(</a:t>
            </a:r>
            <a:r>
              <a:rPr kumimoji="0" lang="en-US" altLang="zh-CN" i="1"/>
              <a:t>m</a:t>
            </a:r>
            <a:r>
              <a:rPr kumimoji="0" lang="en-US" altLang="zh-CN"/>
              <a:t>,</a:t>
            </a:r>
            <a:r>
              <a:rPr kumimoji="0" lang="en-US" altLang="zh-CN" i="1"/>
              <a:t>n</a:t>
            </a:r>
            <a:r>
              <a:rPr kumimoji="0" lang="en-US" altLang="zh-CN"/>
              <a:t>)</a:t>
            </a:r>
          </a:p>
          <a:p>
            <a:pPr lvl="1" eaLnBrk="1" hangingPunct="1">
              <a:spcBef>
                <a:spcPct val="50000"/>
              </a:spcBef>
            </a:pPr>
            <a:r>
              <a:rPr kumimoji="0" lang="en-US" altLang="zh-CN"/>
              <a:t>procedure</a:t>
            </a:r>
          </a:p>
          <a:p>
            <a:pPr lvl="2" eaLnBrk="1" hangingPunct="1"/>
            <a:r>
              <a:rPr kumimoji="0" lang="en-US" altLang="zh-CN" sz="2800"/>
              <a:t>E1. </a:t>
            </a:r>
            <a:r>
              <a:rPr kumimoji="0" lang="en-US" altLang="zh-CN" sz="2800" i="1"/>
              <a:t>n</a:t>
            </a:r>
            <a:r>
              <a:rPr kumimoji="0" lang="en-US" altLang="zh-CN" sz="2800"/>
              <a:t> divides </a:t>
            </a:r>
            <a:r>
              <a:rPr kumimoji="0" lang="en-US" altLang="zh-CN" sz="2800" i="1"/>
              <a:t>m</a:t>
            </a:r>
            <a:r>
              <a:rPr kumimoji="0" lang="en-US" altLang="zh-CN" sz="2800"/>
              <a:t>, the remainder</a:t>
            </a:r>
            <a:r>
              <a:rPr kumimoji="0" lang="en-US" altLang="zh-CN" sz="2800">
                <a:sym typeface="Symbol" pitchFamily="2" charset="2"/>
              </a:rPr>
              <a:t></a:t>
            </a:r>
            <a:r>
              <a:rPr kumimoji="0" lang="en-US" altLang="zh-CN" sz="2800" i="1">
                <a:sym typeface="Symbol" pitchFamily="2" charset="2"/>
              </a:rPr>
              <a:t>r</a:t>
            </a:r>
            <a:endParaRPr kumimoji="0" lang="en-US" altLang="zh-CN" sz="2800">
              <a:sym typeface="Symbol" pitchFamily="2" charset="2"/>
            </a:endParaRPr>
          </a:p>
          <a:p>
            <a:pPr lvl="2" eaLnBrk="1" hangingPunct="1"/>
            <a:r>
              <a:rPr kumimoji="0" lang="en-US" altLang="zh-CN" sz="2800">
                <a:sym typeface="Symbol" pitchFamily="2" charset="2"/>
              </a:rPr>
              <a:t>E2. if </a:t>
            </a:r>
            <a:r>
              <a:rPr kumimoji="0" lang="en-US" altLang="zh-CN" sz="2800" i="1">
                <a:sym typeface="Symbol" pitchFamily="2" charset="2"/>
              </a:rPr>
              <a:t>r </a:t>
            </a:r>
            <a:r>
              <a:rPr kumimoji="0" lang="en-US" altLang="zh-CN" sz="2800">
                <a:sym typeface="Symbol" pitchFamily="2" charset="2"/>
              </a:rPr>
              <a:t>=0 then return </a:t>
            </a:r>
            <a:r>
              <a:rPr kumimoji="0" lang="en-US" altLang="zh-CN" sz="2800" i="1">
                <a:sym typeface="Symbol" pitchFamily="2" charset="2"/>
              </a:rPr>
              <a:t>n</a:t>
            </a:r>
            <a:endParaRPr kumimoji="0" lang="en-US" altLang="zh-CN" sz="2800">
              <a:sym typeface="Symbol" pitchFamily="2" charset="2"/>
            </a:endParaRPr>
          </a:p>
          <a:p>
            <a:pPr lvl="2" eaLnBrk="1" hangingPunct="1"/>
            <a:r>
              <a:rPr kumimoji="0" lang="en-US" altLang="zh-CN" sz="2800">
                <a:sym typeface="Symbol" pitchFamily="2" charset="2"/>
              </a:rPr>
              <a:t>E3. </a:t>
            </a:r>
            <a:r>
              <a:rPr kumimoji="0" lang="en-US" altLang="zh-CN" sz="2800" i="1">
                <a:sym typeface="Symbol" pitchFamily="2" charset="2"/>
              </a:rPr>
              <a:t>n</a:t>
            </a:r>
            <a:r>
              <a:rPr kumimoji="0" lang="en-US" altLang="zh-CN" sz="2800">
                <a:sym typeface="Symbol" pitchFamily="2" charset="2"/>
              </a:rPr>
              <a:t></a:t>
            </a:r>
            <a:r>
              <a:rPr kumimoji="0" lang="en-US" altLang="zh-CN" sz="2800" i="1">
                <a:sym typeface="Symbol" pitchFamily="2" charset="2"/>
              </a:rPr>
              <a:t>m</a:t>
            </a:r>
            <a:r>
              <a:rPr kumimoji="0" lang="en-US" altLang="zh-CN" sz="2800">
                <a:sym typeface="Symbol" pitchFamily="2" charset="2"/>
              </a:rPr>
              <a:t>; </a:t>
            </a:r>
            <a:r>
              <a:rPr kumimoji="0" lang="en-US" altLang="zh-CN" sz="2800" i="1">
                <a:sym typeface="Symbol" pitchFamily="2" charset="2"/>
              </a:rPr>
              <a:t>r</a:t>
            </a:r>
            <a:r>
              <a:rPr kumimoji="0" lang="en-US" altLang="zh-CN" sz="2800">
                <a:sym typeface="Symbol" pitchFamily="2" charset="2"/>
              </a:rPr>
              <a:t></a:t>
            </a:r>
            <a:r>
              <a:rPr kumimoji="0" lang="en-US" altLang="zh-CN" sz="2800" i="1">
                <a:sym typeface="Symbol" pitchFamily="2" charset="2"/>
              </a:rPr>
              <a:t>n</a:t>
            </a:r>
            <a:r>
              <a:rPr kumimoji="0" lang="en-US" altLang="zh-CN" sz="2800">
                <a:sym typeface="Symbol" pitchFamily="2" charset="2"/>
              </a:rPr>
              <a:t>; goto E1</a:t>
            </a:r>
            <a:endParaRPr kumimoji="0" lang="en-US" altLang="zh-CN" sz="2800"/>
          </a:p>
          <a:p>
            <a:pPr eaLnBrk="1" hangingPunct="1"/>
            <a:endParaRPr kumimoji="0" lang="zh-CN" altLang="en-US"/>
          </a:p>
        </p:txBody>
      </p:sp>
      <p:sp>
        <p:nvSpPr>
          <p:cNvPr id="11269" name="Text Box 4">
            <a:extLst>
              <a:ext uri="{FF2B5EF4-FFF2-40B4-BE49-F238E27FC236}">
                <a16:creationId xmlns:a16="http://schemas.microsoft.com/office/drawing/2014/main" id="{C1BE59C0-B721-9AFB-21B5-9F98E1C3DD62}"/>
              </a:ext>
            </a:extLst>
          </p:cNvPr>
          <p:cNvSpPr txBox="1">
            <a:spLocks noChangeArrowheads="1"/>
          </p:cNvSpPr>
          <p:nvPr/>
        </p:nvSpPr>
        <p:spPr bwMode="auto">
          <a:xfrm>
            <a:off x="5435600" y="4724400"/>
            <a:ext cx="3455988" cy="1792288"/>
          </a:xfrm>
          <a:prstGeom prst="rect">
            <a:avLst/>
          </a:prstGeom>
          <a:solidFill>
            <a:srgbClr val="FFFF99"/>
          </a:solidFill>
          <a:ln w="57150" cmpd="thinThick">
            <a:solidFill>
              <a:srgbClr val="FFFF00"/>
            </a:solidFill>
            <a:miter lim="800000"/>
            <a:headEnd/>
            <a:tailEnd/>
          </a:ln>
          <a:effectLst>
            <a:outerShdw blurRad="63500" dist="107763" dir="2700000" algn="ctr" rotWithShape="0">
              <a:schemeClr val="bg2">
                <a:alpha val="50000"/>
              </a:schemeClr>
            </a:outerShdw>
          </a:effectLst>
        </p:spPr>
        <p:txBody>
          <a:bodyPr>
            <a:spAutoFit/>
          </a:bodyPr>
          <a:lstStyle>
            <a:lvl1pPr>
              <a:defRPr>
                <a:solidFill>
                  <a:schemeClr val="tx1"/>
                </a:solidFill>
                <a:latin typeface="Times New Roman" charset="0"/>
                <a:ea typeface="宋体" charset="0"/>
                <a:cs typeface="宋体" charset="0"/>
              </a:defRPr>
            </a:lvl1pPr>
            <a:lvl2pPr marL="742950" indent="-285750">
              <a:defRPr>
                <a:solidFill>
                  <a:schemeClr val="tx1"/>
                </a:solidFill>
                <a:latin typeface="Times New Roman" charset="0"/>
                <a:ea typeface="宋体" charset="0"/>
              </a:defRPr>
            </a:lvl2pPr>
            <a:lvl3pPr marL="1143000" indent="-228600">
              <a:defRPr>
                <a:solidFill>
                  <a:schemeClr val="tx1"/>
                </a:solidFill>
                <a:latin typeface="Times New Roman" charset="0"/>
                <a:ea typeface="宋体" charset="0"/>
              </a:defRPr>
            </a:lvl3pPr>
            <a:lvl4pPr marL="1600200" indent="-228600">
              <a:defRPr>
                <a:solidFill>
                  <a:schemeClr val="tx1"/>
                </a:solidFill>
                <a:latin typeface="Times New Roman" charset="0"/>
                <a:ea typeface="宋体" charset="0"/>
              </a:defRPr>
            </a:lvl4pPr>
            <a:lvl5pPr marL="2057400" indent="-228600">
              <a:defRPr>
                <a:solidFill>
                  <a:schemeClr val="tx1"/>
                </a:solidFill>
                <a:latin typeface="Times New Roman" charset="0"/>
                <a:ea typeface="宋体" charset="0"/>
              </a:defRPr>
            </a:lvl5pPr>
            <a:lvl6pPr marL="2514600" indent="-228600" eaLnBrk="0" fontAlgn="base" hangingPunct="0">
              <a:spcBef>
                <a:spcPct val="0"/>
              </a:spcBef>
              <a:spcAft>
                <a:spcPct val="0"/>
              </a:spcAft>
              <a:defRPr>
                <a:solidFill>
                  <a:schemeClr val="tx1"/>
                </a:solidFill>
                <a:latin typeface="Times New Roman" charset="0"/>
                <a:ea typeface="宋体" charset="0"/>
              </a:defRPr>
            </a:lvl6pPr>
            <a:lvl7pPr marL="2971800" indent="-228600" eaLnBrk="0" fontAlgn="base" hangingPunct="0">
              <a:spcBef>
                <a:spcPct val="0"/>
              </a:spcBef>
              <a:spcAft>
                <a:spcPct val="0"/>
              </a:spcAft>
              <a:defRPr>
                <a:solidFill>
                  <a:schemeClr val="tx1"/>
                </a:solidFill>
                <a:latin typeface="Times New Roman" charset="0"/>
                <a:ea typeface="宋体" charset="0"/>
              </a:defRPr>
            </a:lvl7pPr>
            <a:lvl8pPr marL="3429000" indent="-228600" eaLnBrk="0" fontAlgn="base" hangingPunct="0">
              <a:spcBef>
                <a:spcPct val="0"/>
              </a:spcBef>
              <a:spcAft>
                <a:spcPct val="0"/>
              </a:spcAft>
              <a:defRPr>
                <a:solidFill>
                  <a:schemeClr val="tx1"/>
                </a:solidFill>
                <a:latin typeface="Times New Roman" charset="0"/>
                <a:ea typeface="宋体" charset="0"/>
              </a:defRPr>
            </a:lvl8pPr>
            <a:lvl9pPr marL="3886200" indent="-228600" eaLnBrk="0" fontAlgn="base" hangingPunct="0">
              <a:spcBef>
                <a:spcPct val="0"/>
              </a:spcBef>
              <a:spcAft>
                <a:spcPct val="0"/>
              </a:spcAft>
              <a:defRPr>
                <a:solidFill>
                  <a:schemeClr val="tx1"/>
                </a:solidFill>
                <a:latin typeface="Times New Roman" charset="0"/>
                <a:ea typeface="宋体" charset="0"/>
              </a:defRPr>
            </a:lvl9pPr>
          </a:lstStyle>
          <a:p>
            <a:pPr>
              <a:spcBef>
                <a:spcPct val="50000"/>
              </a:spcBef>
              <a:defRPr/>
            </a:pPr>
            <a:r>
              <a:rPr lang="en-US" sz="2400" dirty="0"/>
              <a:t>The Problem:</a:t>
            </a:r>
          </a:p>
          <a:p>
            <a:pPr>
              <a:spcBef>
                <a:spcPct val="50000"/>
              </a:spcBef>
              <a:defRPr/>
            </a:pPr>
            <a:r>
              <a:rPr lang="en-US" sz="2400" dirty="0"/>
              <a:t>Computing the </a:t>
            </a:r>
            <a:r>
              <a:rPr lang="en-US" sz="2400" b="1" i="1" dirty="0">
                <a:solidFill>
                  <a:schemeClr val="tx2"/>
                </a:solidFill>
              </a:rPr>
              <a:t>greatest common divisor</a:t>
            </a:r>
            <a:r>
              <a:rPr lang="en-US" sz="2400" dirty="0"/>
              <a:t> of two nonnegative integers</a:t>
            </a:r>
          </a:p>
        </p:txBody>
      </p:sp>
      <p:sp>
        <p:nvSpPr>
          <p:cNvPr id="36869" name="Text Box 6">
            <a:extLst>
              <a:ext uri="{FF2B5EF4-FFF2-40B4-BE49-F238E27FC236}">
                <a16:creationId xmlns:a16="http://schemas.microsoft.com/office/drawing/2014/main" id="{B11A94EE-A2B8-9DD8-3872-1C56F362ADF8}"/>
              </a:ext>
            </a:extLst>
          </p:cNvPr>
          <p:cNvSpPr txBox="1">
            <a:spLocks noChangeArrowheads="1"/>
          </p:cNvSpPr>
          <p:nvPr/>
        </p:nvSpPr>
        <p:spPr bwMode="auto">
          <a:xfrm>
            <a:off x="6516688" y="2708275"/>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a:t>Specification</a:t>
            </a:r>
          </a:p>
        </p:txBody>
      </p:sp>
      <p:sp>
        <p:nvSpPr>
          <p:cNvPr id="36870" name="Line 7">
            <a:extLst>
              <a:ext uri="{FF2B5EF4-FFF2-40B4-BE49-F238E27FC236}">
                <a16:creationId xmlns:a16="http://schemas.microsoft.com/office/drawing/2014/main" id="{DC75972C-54D0-7A21-55B5-D5A8B28D6401}"/>
              </a:ext>
            </a:extLst>
          </p:cNvPr>
          <p:cNvSpPr>
            <a:spLocks noChangeShapeType="1"/>
          </p:cNvSpPr>
          <p:nvPr/>
        </p:nvSpPr>
        <p:spPr bwMode="auto">
          <a:xfrm flipH="1">
            <a:off x="5435600" y="2924175"/>
            <a:ext cx="1081088" cy="0"/>
          </a:xfrm>
          <a:prstGeom prst="line">
            <a:avLst/>
          </a:prstGeom>
          <a:noFill/>
          <a:ln w="9525">
            <a:solidFill>
              <a:srgbClr val="FF6600"/>
            </a:solidFill>
            <a:prstDash val="lgDash"/>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cover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Oval 10" descr="花束">
            <a:extLst>
              <a:ext uri="{FF2B5EF4-FFF2-40B4-BE49-F238E27FC236}">
                <a16:creationId xmlns:a16="http://schemas.microsoft.com/office/drawing/2014/main" id="{1007DC19-CCAF-EE9E-BB97-FCE9A7EC0080}"/>
              </a:ext>
            </a:extLst>
          </p:cNvPr>
          <p:cNvSpPr>
            <a:spLocks noChangeArrowheads="1"/>
          </p:cNvSpPr>
          <p:nvPr/>
        </p:nvSpPr>
        <p:spPr bwMode="auto">
          <a:xfrm>
            <a:off x="250825" y="3860800"/>
            <a:ext cx="6480175" cy="2374900"/>
          </a:xfrm>
          <a:prstGeom prst="ellipse">
            <a:avLst/>
          </a:prstGeom>
          <a:blipFill dpi="0" rotWithShape="1">
            <a:blip r:embed="rId3"/>
            <a:srcRect/>
            <a:tile tx="0" ty="0" sx="100000" sy="100000" flip="none" algn="tl"/>
          </a:blipFill>
          <a:ln w="9525">
            <a:solidFill>
              <a:srgbClr val="33CCCC"/>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7890" name="AutoShape 2" descr="粉色面巾纸">
            <a:extLst>
              <a:ext uri="{FF2B5EF4-FFF2-40B4-BE49-F238E27FC236}">
                <a16:creationId xmlns:a16="http://schemas.microsoft.com/office/drawing/2014/main" id="{50C1DFBA-C6A5-8F9C-416C-ED8DE47796AF}"/>
              </a:ext>
            </a:extLst>
          </p:cNvPr>
          <p:cNvSpPr>
            <a:spLocks noChangeArrowheads="1"/>
          </p:cNvSpPr>
          <p:nvPr/>
        </p:nvSpPr>
        <p:spPr bwMode="auto">
          <a:xfrm>
            <a:off x="539750" y="2420938"/>
            <a:ext cx="5256213" cy="1152525"/>
          </a:xfrm>
          <a:prstGeom prst="roundRect">
            <a:avLst>
              <a:gd name="adj" fmla="val 16667"/>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37891" name="Rectangle 3">
            <a:extLst>
              <a:ext uri="{FF2B5EF4-FFF2-40B4-BE49-F238E27FC236}">
                <a16:creationId xmlns:a16="http://schemas.microsoft.com/office/drawing/2014/main" id="{339E62BA-C7B3-78D5-C0AA-5F3BD8229B2D}"/>
              </a:ext>
            </a:extLst>
          </p:cNvPr>
          <p:cNvSpPr>
            <a:spLocks noGrp="1" noChangeArrowheads="1"/>
          </p:cNvSpPr>
          <p:nvPr>
            <p:ph type="title" idx="4294967295"/>
          </p:nvPr>
        </p:nvSpPr>
        <p:spPr/>
        <p:txBody>
          <a:bodyPr/>
          <a:lstStyle/>
          <a:p>
            <a:pPr eaLnBrk="1" hangingPunct="1"/>
            <a:r>
              <a:rPr kumimoji="0" lang="en-US" altLang="zh-CN"/>
              <a:t>Euclid Algorithm: Recursive Version</a:t>
            </a:r>
          </a:p>
        </p:txBody>
      </p:sp>
      <p:sp>
        <p:nvSpPr>
          <p:cNvPr id="37892" name="Rectangle 4">
            <a:extLst>
              <a:ext uri="{FF2B5EF4-FFF2-40B4-BE49-F238E27FC236}">
                <a16:creationId xmlns:a16="http://schemas.microsoft.com/office/drawing/2014/main" id="{084825EA-47DA-6632-1394-58276F1DA2E0}"/>
              </a:ext>
            </a:extLst>
          </p:cNvPr>
          <p:cNvSpPr>
            <a:spLocks noGrp="1" noChangeArrowheads="1"/>
          </p:cNvSpPr>
          <p:nvPr>
            <p:ph type="body" idx="4294967295"/>
          </p:nvPr>
        </p:nvSpPr>
        <p:spPr>
          <a:xfrm>
            <a:off x="323850" y="1916113"/>
            <a:ext cx="8208963" cy="4114800"/>
          </a:xfrm>
        </p:spPr>
        <p:txBody>
          <a:bodyPr/>
          <a:lstStyle/>
          <a:p>
            <a:pPr eaLnBrk="1" hangingPunct="1">
              <a:spcBef>
                <a:spcPct val="60000"/>
              </a:spcBef>
            </a:pPr>
            <a:r>
              <a:rPr kumimoji="0" lang="en-US" altLang="zh-CN" sz="2800" b="1">
                <a:solidFill>
                  <a:schemeClr val="tx2"/>
                </a:solidFill>
                <a:sym typeface="Symbol" pitchFamily="2" charset="2"/>
              </a:rPr>
              <a:t>Euclid algorithm</a:t>
            </a:r>
          </a:p>
          <a:p>
            <a:pPr lvl="1" eaLnBrk="1" hangingPunct="1"/>
            <a:r>
              <a:rPr kumimoji="0" lang="en-US" altLang="zh-CN"/>
              <a:t>input: nonnegative integer </a:t>
            </a:r>
            <a:r>
              <a:rPr kumimoji="0" lang="en-US" altLang="zh-CN" i="1"/>
              <a:t>m</a:t>
            </a:r>
            <a:r>
              <a:rPr kumimoji="0" lang="en-US" altLang="zh-CN"/>
              <a:t>,</a:t>
            </a:r>
            <a:r>
              <a:rPr kumimoji="0" lang="en-US" altLang="zh-CN" i="1"/>
              <a:t>n</a:t>
            </a:r>
          </a:p>
          <a:p>
            <a:pPr lvl="1" eaLnBrk="1" hangingPunct="1"/>
            <a:r>
              <a:rPr kumimoji="0" lang="en-US" altLang="zh-CN"/>
              <a:t>output: gcd(</a:t>
            </a:r>
            <a:r>
              <a:rPr kumimoji="0" lang="en-US" altLang="zh-CN" i="1"/>
              <a:t>m</a:t>
            </a:r>
            <a:r>
              <a:rPr kumimoji="0" lang="en-US" altLang="zh-CN"/>
              <a:t>,</a:t>
            </a:r>
            <a:r>
              <a:rPr kumimoji="0" lang="en-US" altLang="zh-CN" i="1"/>
              <a:t>n</a:t>
            </a:r>
            <a:r>
              <a:rPr kumimoji="0" lang="en-US" altLang="zh-CN"/>
              <a:t>)</a:t>
            </a:r>
          </a:p>
          <a:p>
            <a:pPr lvl="1" eaLnBrk="1" hangingPunct="1">
              <a:spcBef>
                <a:spcPct val="50000"/>
              </a:spcBef>
            </a:pPr>
            <a:r>
              <a:rPr kumimoji="0" lang="en-US" altLang="zh-CN"/>
              <a:t>procedure</a:t>
            </a:r>
          </a:p>
          <a:p>
            <a:pPr lvl="2" eaLnBrk="1" hangingPunct="1">
              <a:buFont typeface="Wingdings" pitchFamily="2" charset="2"/>
              <a:buNone/>
            </a:pPr>
            <a:r>
              <a:rPr kumimoji="0" lang="en-US" altLang="zh-CN" b="1"/>
              <a:t>Euclid(int </a:t>
            </a:r>
            <a:r>
              <a:rPr kumimoji="0" lang="en-US" altLang="zh-CN" i="1"/>
              <a:t>m</a:t>
            </a:r>
            <a:r>
              <a:rPr kumimoji="0" lang="en-US" altLang="zh-CN"/>
              <a:t>,</a:t>
            </a:r>
            <a:r>
              <a:rPr kumimoji="0" lang="en-US" altLang="zh-CN" i="1"/>
              <a:t>n</a:t>
            </a:r>
            <a:r>
              <a:rPr kumimoji="0" lang="en-US" altLang="zh-CN"/>
              <a:t>)</a:t>
            </a:r>
          </a:p>
          <a:p>
            <a:pPr lvl="2" eaLnBrk="1" hangingPunct="1">
              <a:buFont typeface="Wingdings" pitchFamily="2" charset="2"/>
              <a:buNone/>
            </a:pPr>
            <a:r>
              <a:rPr kumimoji="0" lang="en-US" altLang="zh-CN"/>
              <a:t>    </a:t>
            </a:r>
            <a:r>
              <a:rPr kumimoji="0" lang="en-US" altLang="zh-CN" b="1"/>
              <a:t>if </a:t>
            </a:r>
            <a:r>
              <a:rPr kumimoji="0" lang="en-US" altLang="zh-CN" i="1"/>
              <a:t>n</a:t>
            </a:r>
            <a:r>
              <a:rPr kumimoji="0" lang="en-US" altLang="zh-CN"/>
              <a:t>=0</a:t>
            </a:r>
          </a:p>
          <a:p>
            <a:pPr lvl="2" eaLnBrk="1" hangingPunct="1">
              <a:buFont typeface="Wingdings" pitchFamily="2" charset="2"/>
              <a:buNone/>
            </a:pPr>
            <a:r>
              <a:rPr kumimoji="0" lang="en-US" altLang="zh-CN"/>
              <a:t>        </a:t>
            </a:r>
            <a:r>
              <a:rPr kumimoji="0" lang="en-US" altLang="zh-CN" b="1"/>
              <a:t>then return </a:t>
            </a:r>
            <a:r>
              <a:rPr kumimoji="0" lang="en-US" altLang="zh-CN" i="1"/>
              <a:t>m</a:t>
            </a:r>
          </a:p>
          <a:p>
            <a:pPr lvl="2" eaLnBrk="1" hangingPunct="1">
              <a:buFont typeface="Wingdings" pitchFamily="2" charset="2"/>
              <a:buNone/>
            </a:pPr>
            <a:r>
              <a:rPr kumimoji="0" lang="en-US" altLang="zh-CN" i="1"/>
              <a:t>        </a:t>
            </a:r>
            <a:r>
              <a:rPr kumimoji="0" lang="en-US" altLang="zh-CN" b="1"/>
              <a:t>else return </a:t>
            </a:r>
            <a:r>
              <a:rPr kumimoji="0" lang="en-US" altLang="zh-CN">
                <a:solidFill>
                  <a:srgbClr val="FF0000"/>
                </a:solidFill>
              </a:rPr>
              <a:t>Euclid</a:t>
            </a:r>
            <a:r>
              <a:rPr kumimoji="0" lang="en-US" altLang="zh-CN"/>
              <a:t>(</a:t>
            </a:r>
            <a:r>
              <a:rPr kumimoji="0" lang="en-US" altLang="zh-CN" i="1"/>
              <a:t>n</a:t>
            </a:r>
            <a:r>
              <a:rPr kumimoji="0" lang="en-US" altLang="zh-CN"/>
              <a:t>, </a:t>
            </a:r>
            <a:r>
              <a:rPr kumimoji="0" lang="en-US" altLang="zh-CN" i="1"/>
              <a:t>m</a:t>
            </a:r>
            <a:r>
              <a:rPr kumimoji="0" lang="en-US" altLang="zh-CN"/>
              <a:t> mod </a:t>
            </a:r>
            <a:r>
              <a:rPr kumimoji="0" lang="en-US" altLang="zh-CN" i="1"/>
              <a:t>n</a:t>
            </a:r>
            <a:r>
              <a:rPr kumimoji="0" lang="en-US" altLang="zh-CN"/>
              <a:t>)</a:t>
            </a:r>
            <a:endParaRPr kumimoji="0" lang="zh-CN" altLang="en-US"/>
          </a:p>
          <a:p>
            <a:pPr lvl="1" eaLnBrk="1" hangingPunct="1">
              <a:spcBef>
                <a:spcPct val="50000"/>
              </a:spcBef>
            </a:pPr>
            <a:endParaRPr kumimoji="0" lang="en-US" altLang="zh-CN"/>
          </a:p>
        </p:txBody>
      </p:sp>
      <p:sp>
        <p:nvSpPr>
          <p:cNvPr id="37893" name="Text Box 6">
            <a:extLst>
              <a:ext uri="{FF2B5EF4-FFF2-40B4-BE49-F238E27FC236}">
                <a16:creationId xmlns:a16="http://schemas.microsoft.com/office/drawing/2014/main" id="{BB1FC9ED-2A45-BC1F-7A8D-F2DEFA05CA60}"/>
              </a:ext>
            </a:extLst>
          </p:cNvPr>
          <p:cNvSpPr txBox="1">
            <a:spLocks noChangeArrowheads="1"/>
          </p:cNvSpPr>
          <p:nvPr/>
        </p:nvSpPr>
        <p:spPr bwMode="auto">
          <a:xfrm>
            <a:off x="6516688" y="2708275"/>
            <a:ext cx="223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a:t>Specification</a:t>
            </a:r>
          </a:p>
        </p:txBody>
      </p:sp>
      <p:sp>
        <p:nvSpPr>
          <p:cNvPr id="37894" name="Line 7">
            <a:extLst>
              <a:ext uri="{FF2B5EF4-FFF2-40B4-BE49-F238E27FC236}">
                <a16:creationId xmlns:a16="http://schemas.microsoft.com/office/drawing/2014/main" id="{D5F1E325-FAD1-4C0D-A8A9-A6E44E5BBED0}"/>
              </a:ext>
            </a:extLst>
          </p:cNvPr>
          <p:cNvSpPr>
            <a:spLocks noChangeShapeType="1"/>
          </p:cNvSpPr>
          <p:nvPr/>
        </p:nvSpPr>
        <p:spPr bwMode="auto">
          <a:xfrm flipH="1">
            <a:off x="5435600" y="2924175"/>
            <a:ext cx="1081088" cy="0"/>
          </a:xfrm>
          <a:prstGeom prst="line">
            <a:avLst/>
          </a:prstGeom>
          <a:noFill/>
          <a:ln w="9525">
            <a:solidFill>
              <a:srgbClr val="FF6600"/>
            </a:solidFill>
            <a:prstDash val="lgDash"/>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895" name="Text Box 8">
            <a:extLst>
              <a:ext uri="{FF2B5EF4-FFF2-40B4-BE49-F238E27FC236}">
                <a16:creationId xmlns:a16="http://schemas.microsoft.com/office/drawing/2014/main" id="{40200166-8B63-3AFA-547A-B909964E7E47}"/>
              </a:ext>
            </a:extLst>
          </p:cNvPr>
          <p:cNvSpPr txBox="1">
            <a:spLocks noChangeArrowheads="1"/>
          </p:cNvSpPr>
          <p:nvPr/>
        </p:nvSpPr>
        <p:spPr bwMode="auto">
          <a:xfrm>
            <a:off x="6011863" y="3789363"/>
            <a:ext cx="295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a:t>Recursion</a:t>
            </a:r>
          </a:p>
        </p:txBody>
      </p:sp>
      <p:sp>
        <p:nvSpPr>
          <p:cNvPr id="37896" name="Line 9">
            <a:extLst>
              <a:ext uri="{FF2B5EF4-FFF2-40B4-BE49-F238E27FC236}">
                <a16:creationId xmlns:a16="http://schemas.microsoft.com/office/drawing/2014/main" id="{3EFF0D2C-972B-6921-A800-74E1AA02FE0D}"/>
              </a:ext>
            </a:extLst>
          </p:cNvPr>
          <p:cNvSpPr>
            <a:spLocks noChangeShapeType="1"/>
          </p:cNvSpPr>
          <p:nvPr/>
        </p:nvSpPr>
        <p:spPr bwMode="auto">
          <a:xfrm flipH="1">
            <a:off x="3990975" y="4221163"/>
            <a:ext cx="2381250" cy="1222375"/>
          </a:xfrm>
          <a:prstGeom prst="line">
            <a:avLst/>
          </a:prstGeom>
          <a:noFill/>
          <a:ln w="9525">
            <a:solidFill>
              <a:srgbClr val="FF6600"/>
            </a:solidFill>
            <a:prstDash val="lgDash"/>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897" name="Text Box 11">
            <a:extLst>
              <a:ext uri="{FF2B5EF4-FFF2-40B4-BE49-F238E27FC236}">
                <a16:creationId xmlns:a16="http://schemas.microsoft.com/office/drawing/2014/main" id="{635A5D1D-BF5B-C412-FAB9-526405E16224}"/>
              </a:ext>
            </a:extLst>
          </p:cNvPr>
          <p:cNvSpPr txBox="1">
            <a:spLocks noChangeArrowheads="1"/>
          </p:cNvSpPr>
          <p:nvPr/>
        </p:nvSpPr>
        <p:spPr bwMode="auto">
          <a:xfrm>
            <a:off x="6407150" y="4941888"/>
            <a:ext cx="27368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a:solidFill>
                  <a:srgbClr val="0000CC"/>
                </a:solidFill>
              </a:rPr>
              <a:t>Algorithm Pseudocode</a:t>
            </a:r>
          </a:p>
        </p:txBody>
      </p:sp>
    </p:spTree>
  </p:cSld>
  <p:clrMapOvr>
    <a:masterClrMapping/>
  </p:clrMapOvr>
  <p:transition>
    <p:cover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AAA250C5-E3B3-5FD2-EF5C-AD3E38167BBF}"/>
              </a:ext>
            </a:extLst>
          </p:cNvPr>
          <p:cNvSpPr>
            <a:spLocks noGrp="1" noChangeArrowheads="1"/>
          </p:cNvSpPr>
          <p:nvPr>
            <p:ph type="title" idx="4294967295"/>
          </p:nvPr>
        </p:nvSpPr>
        <p:spPr>
          <a:xfrm>
            <a:off x="250825" y="765175"/>
            <a:ext cx="8637588" cy="762000"/>
          </a:xfrm>
        </p:spPr>
        <p:txBody>
          <a:bodyPr/>
          <a:lstStyle/>
          <a:p>
            <a:pPr eaLnBrk="1" hangingPunct="1"/>
            <a:r>
              <a:rPr kumimoji="0" lang="en-US" altLang="zh-CN"/>
              <a:t>Sequential Search, another Example</a:t>
            </a:r>
          </a:p>
        </p:txBody>
      </p:sp>
      <p:sp>
        <p:nvSpPr>
          <p:cNvPr id="39938" name="Rectangle 3">
            <a:extLst>
              <a:ext uri="{FF2B5EF4-FFF2-40B4-BE49-F238E27FC236}">
                <a16:creationId xmlns:a16="http://schemas.microsoft.com/office/drawing/2014/main" id="{09BA3AF7-EE27-8610-A28F-6BDDFB0305E2}"/>
              </a:ext>
            </a:extLst>
          </p:cNvPr>
          <p:cNvSpPr>
            <a:spLocks noGrp="1" noChangeArrowheads="1"/>
          </p:cNvSpPr>
          <p:nvPr>
            <p:ph type="body" idx="4294967295"/>
          </p:nvPr>
        </p:nvSpPr>
        <p:spPr>
          <a:xfrm>
            <a:off x="328613" y="1941513"/>
            <a:ext cx="4964112" cy="4114800"/>
          </a:xfrm>
        </p:spPr>
        <p:txBody>
          <a:bodyPr/>
          <a:lstStyle/>
          <a:p>
            <a:pPr eaLnBrk="1" hangingPunct="1">
              <a:lnSpc>
                <a:spcPct val="90000"/>
              </a:lnSpc>
            </a:pPr>
            <a:r>
              <a:rPr kumimoji="0" lang="en-US" altLang="zh-CN" sz="2400"/>
              <a:t>Procedure:</a:t>
            </a:r>
          </a:p>
          <a:p>
            <a:pPr lvl="1" eaLnBrk="1" hangingPunct="1">
              <a:lnSpc>
                <a:spcPct val="90000"/>
              </a:lnSpc>
              <a:spcBef>
                <a:spcPct val="60000"/>
              </a:spcBef>
              <a:buFont typeface="Wingdings" pitchFamily="2" charset="2"/>
              <a:buNone/>
            </a:pPr>
            <a:r>
              <a:rPr kumimoji="0" lang="en-US" altLang="zh-CN" sz="2400" b="1"/>
              <a:t>Int</a:t>
            </a:r>
            <a:r>
              <a:rPr kumimoji="0" lang="en-US" altLang="zh-CN" sz="2400"/>
              <a:t> </a:t>
            </a:r>
            <a:r>
              <a:rPr kumimoji="0" lang="en-US" altLang="zh-CN" sz="2400">
                <a:solidFill>
                  <a:srgbClr val="FF0000"/>
                </a:solidFill>
              </a:rPr>
              <a:t>seqSearch</a:t>
            </a:r>
            <a:r>
              <a:rPr kumimoji="0" lang="en-US" altLang="zh-CN" sz="2400"/>
              <a:t>(</a:t>
            </a:r>
            <a:r>
              <a:rPr kumimoji="0" lang="en-US" altLang="zh-CN" sz="2400" b="1"/>
              <a:t>int</a:t>
            </a:r>
            <a:r>
              <a:rPr kumimoji="0" lang="en-US" altLang="zh-CN" sz="2400"/>
              <a:t>[] E, </a:t>
            </a:r>
            <a:r>
              <a:rPr kumimoji="0" lang="en-US" altLang="zh-CN" sz="2400" b="1"/>
              <a:t>int</a:t>
            </a:r>
            <a:r>
              <a:rPr kumimoji="0" lang="en-US" altLang="zh-CN" sz="2400"/>
              <a:t> n, </a:t>
            </a:r>
            <a:r>
              <a:rPr kumimoji="0" lang="en-US" altLang="zh-CN" sz="2400" b="1"/>
              <a:t>int</a:t>
            </a:r>
            <a:r>
              <a:rPr kumimoji="0" lang="en-US" altLang="zh-CN" sz="2400"/>
              <a:t> K)</a:t>
            </a:r>
          </a:p>
          <a:p>
            <a:pPr lvl="1" eaLnBrk="1" hangingPunct="1">
              <a:lnSpc>
                <a:spcPct val="90000"/>
              </a:lnSpc>
              <a:buFont typeface="Wingdings" pitchFamily="2" charset="2"/>
              <a:buNone/>
            </a:pPr>
            <a:r>
              <a:rPr kumimoji="0" lang="en-US" altLang="zh-CN" sz="2400"/>
              <a:t>	</a:t>
            </a:r>
            <a:r>
              <a:rPr kumimoji="0" lang="en-US" altLang="zh-CN" sz="2400" b="1"/>
              <a:t>int</a:t>
            </a:r>
            <a:r>
              <a:rPr kumimoji="0" lang="en-US" altLang="zh-CN" sz="2400"/>
              <a:t> ans, index;</a:t>
            </a:r>
          </a:p>
          <a:p>
            <a:pPr lvl="1" eaLnBrk="1" hangingPunct="1">
              <a:lnSpc>
                <a:spcPct val="90000"/>
              </a:lnSpc>
              <a:buFont typeface="Wingdings" pitchFamily="2" charset="2"/>
              <a:buNone/>
            </a:pPr>
            <a:r>
              <a:rPr kumimoji="0" lang="en-US" altLang="zh-CN" sz="2400"/>
              <a:t>	ans=-1;</a:t>
            </a:r>
          </a:p>
          <a:p>
            <a:pPr lvl="1" eaLnBrk="1" hangingPunct="1">
              <a:lnSpc>
                <a:spcPct val="90000"/>
              </a:lnSpc>
              <a:buFont typeface="Wingdings" pitchFamily="2" charset="2"/>
              <a:buNone/>
            </a:pPr>
            <a:r>
              <a:rPr kumimoji="0" lang="en-US" altLang="zh-CN" sz="2400"/>
              <a:t>	</a:t>
            </a:r>
            <a:r>
              <a:rPr kumimoji="0" lang="en-US" altLang="zh-CN" sz="2400" b="1"/>
              <a:t>for</a:t>
            </a:r>
            <a:r>
              <a:rPr kumimoji="0" lang="en-US" altLang="zh-CN" sz="2400"/>
              <a:t> (index=0; index&lt;n; index++)</a:t>
            </a:r>
          </a:p>
          <a:p>
            <a:pPr lvl="1" eaLnBrk="1" hangingPunct="1">
              <a:lnSpc>
                <a:spcPct val="90000"/>
              </a:lnSpc>
              <a:buFont typeface="Wingdings" pitchFamily="2" charset="2"/>
              <a:buNone/>
            </a:pPr>
            <a:r>
              <a:rPr kumimoji="0" lang="en-US" altLang="zh-CN" sz="2400"/>
              <a:t>		</a:t>
            </a:r>
            <a:r>
              <a:rPr kumimoji="0" lang="en-US" altLang="zh-CN" sz="2400" b="1"/>
              <a:t>if</a:t>
            </a:r>
            <a:r>
              <a:rPr kumimoji="0" lang="en-US" altLang="zh-CN" sz="2400"/>
              <a:t> (K==E[index])</a:t>
            </a:r>
          </a:p>
          <a:p>
            <a:pPr lvl="1" eaLnBrk="1" hangingPunct="1">
              <a:lnSpc>
                <a:spcPct val="90000"/>
              </a:lnSpc>
              <a:buFont typeface="Wingdings" pitchFamily="2" charset="2"/>
              <a:buNone/>
            </a:pPr>
            <a:r>
              <a:rPr kumimoji="0" lang="en-US" altLang="zh-CN" sz="2400"/>
              <a:t>			ans=index;</a:t>
            </a:r>
          </a:p>
          <a:p>
            <a:pPr lvl="1" eaLnBrk="1" hangingPunct="1">
              <a:lnSpc>
                <a:spcPct val="90000"/>
              </a:lnSpc>
              <a:buFont typeface="Wingdings" pitchFamily="2" charset="2"/>
              <a:buNone/>
            </a:pPr>
            <a:r>
              <a:rPr kumimoji="0" lang="en-US" altLang="zh-CN" sz="2400"/>
              <a:t>			</a:t>
            </a:r>
            <a:r>
              <a:rPr kumimoji="0" lang="en-US" altLang="zh-CN" sz="2400" b="1"/>
              <a:t>break</a:t>
            </a:r>
            <a:r>
              <a:rPr kumimoji="0" lang="en-US" altLang="zh-CN" sz="2400"/>
              <a:t>;</a:t>
            </a:r>
          </a:p>
          <a:p>
            <a:pPr lvl="1" eaLnBrk="1" hangingPunct="1">
              <a:lnSpc>
                <a:spcPct val="90000"/>
              </a:lnSpc>
              <a:buFont typeface="Wingdings" pitchFamily="2" charset="2"/>
              <a:buNone/>
            </a:pPr>
            <a:r>
              <a:rPr kumimoji="0" lang="en-US" altLang="zh-CN" sz="2400" b="1"/>
              <a:t>Return</a:t>
            </a:r>
            <a:r>
              <a:rPr kumimoji="0" lang="en-US" altLang="zh-CN" sz="2400"/>
              <a:t> ans;</a:t>
            </a:r>
          </a:p>
        </p:txBody>
      </p:sp>
      <p:sp>
        <p:nvSpPr>
          <p:cNvPr id="13316" name="Text Box 4">
            <a:extLst>
              <a:ext uri="{FF2B5EF4-FFF2-40B4-BE49-F238E27FC236}">
                <a16:creationId xmlns:a16="http://schemas.microsoft.com/office/drawing/2014/main" id="{133916A9-0941-4178-2635-ECBF884F3A6F}"/>
              </a:ext>
            </a:extLst>
          </p:cNvPr>
          <p:cNvSpPr txBox="1">
            <a:spLocks noChangeArrowheads="1"/>
          </p:cNvSpPr>
          <p:nvPr/>
        </p:nvSpPr>
        <p:spPr bwMode="auto">
          <a:xfrm>
            <a:off x="5508625" y="2349500"/>
            <a:ext cx="2663825" cy="3562350"/>
          </a:xfrm>
          <a:prstGeom prst="rect">
            <a:avLst/>
          </a:prstGeom>
          <a:solidFill>
            <a:srgbClr val="CCFFCC"/>
          </a:solidFill>
          <a:ln w="57150" cmpd="thinThick">
            <a:solidFill>
              <a:srgbClr val="99CC00"/>
            </a:solidFill>
            <a:miter lim="800000"/>
            <a:headEnd/>
            <a:tailEnd/>
          </a:ln>
          <a:effectLst>
            <a:outerShdw blurRad="63500" dist="107763" dir="18900000" algn="ctr" rotWithShape="0">
              <a:schemeClr val="bg2">
                <a:alpha val="50000"/>
              </a:schemeClr>
            </a:outerShdw>
          </a:effectLst>
        </p:spPr>
        <p:txBody>
          <a:bodyPr>
            <a:spAutoFit/>
          </a:bodyPr>
          <a:lstStyle>
            <a:lvl1pPr>
              <a:defRPr>
                <a:solidFill>
                  <a:schemeClr val="tx1"/>
                </a:solidFill>
                <a:latin typeface="Times New Roman" charset="0"/>
                <a:ea typeface="宋体" charset="0"/>
                <a:cs typeface="宋体" charset="0"/>
              </a:defRPr>
            </a:lvl1pPr>
            <a:lvl2pPr marL="742950" indent="-285750">
              <a:defRPr>
                <a:solidFill>
                  <a:schemeClr val="tx1"/>
                </a:solidFill>
                <a:latin typeface="Times New Roman" charset="0"/>
                <a:ea typeface="宋体" charset="0"/>
              </a:defRPr>
            </a:lvl2pPr>
            <a:lvl3pPr marL="1143000" indent="-228600">
              <a:defRPr>
                <a:solidFill>
                  <a:schemeClr val="tx1"/>
                </a:solidFill>
                <a:latin typeface="Times New Roman" charset="0"/>
                <a:ea typeface="宋体" charset="0"/>
              </a:defRPr>
            </a:lvl3pPr>
            <a:lvl4pPr marL="1600200" indent="-228600">
              <a:defRPr>
                <a:solidFill>
                  <a:schemeClr val="tx1"/>
                </a:solidFill>
                <a:latin typeface="Times New Roman" charset="0"/>
                <a:ea typeface="宋体" charset="0"/>
              </a:defRPr>
            </a:lvl4pPr>
            <a:lvl5pPr marL="2057400" indent="-228600">
              <a:defRPr>
                <a:solidFill>
                  <a:schemeClr val="tx1"/>
                </a:solidFill>
                <a:latin typeface="Times New Roman" charset="0"/>
                <a:ea typeface="宋体" charset="0"/>
              </a:defRPr>
            </a:lvl5pPr>
            <a:lvl6pPr marL="2514600" indent="-228600" eaLnBrk="0" fontAlgn="base" hangingPunct="0">
              <a:spcBef>
                <a:spcPct val="0"/>
              </a:spcBef>
              <a:spcAft>
                <a:spcPct val="0"/>
              </a:spcAft>
              <a:defRPr>
                <a:solidFill>
                  <a:schemeClr val="tx1"/>
                </a:solidFill>
                <a:latin typeface="Times New Roman" charset="0"/>
                <a:ea typeface="宋体" charset="0"/>
              </a:defRPr>
            </a:lvl6pPr>
            <a:lvl7pPr marL="2971800" indent="-228600" eaLnBrk="0" fontAlgn="base" hangingPunct="0">
              <a:spcBef>
                <a:spcPct val="0"/>
              </a:spcBef>
              <a:spcAft>
                <a:spcPct val="0"/>
              </a:spcAft>
              <a:defRPr>
                <a:solidFill>
                  <a:schemeClr val="tx1"/>
                </a:solidFill>
                <a:latin typeface="Times New Roman" charset="0"/>
                <a:ea typeface="宋体" charset="0"/>
              </a:defRPr>
            </a:lvl7pPr>
            <a:lvl8pPr marL="3429000" indent="-228600" eaLnBrk="0" fontAlgn="base" hangingPunct="0">
              <a:spcBef>
                <a:spcPct val="0"/>
              </a:spcBef>
              <a:spcAft>
                <a:spcPct val="0"/>
              </a:spcAft>
              <a:defRPr>
                <a:solidFill>
                  <a:schemeClr val="tx1"/>
                </a:solidFill>
                <a:latin typeface="Times New Roman" charset="0"/>
                <a:ea typeface="宋体" charset="0"/>
              </a:defRPr>
            </a:lvl8pPr>
            <a:lvl9pPr marL="3886200" indent="-228600" eaLnBrk="0" fontAlgn="base" hangingPunct="0">
              <a:spcBef>
                <a:spcPct val="0"/>
              </a:spcBef>
              <a:spcAft>
                <a:spcPct val="0"/>
              </a:spcAft>
              <a:defRPr>
                <a:solidFill>
                  <a:schemeClr val="tx1"/>
                </a:solidFill>
                <a:latin typeface="Times New Roman" charset="0"/>
                <a:ea typeface="宋体" charset="0"/>
              </a:defRPr>
            </a:lvl9pPr>
          </a:lstStyle>
          <a:p>
            <a:pPr>
              <a:spcBef>
                <a:spcPct val="40000"/>
              </a:spcBef>
              <a:defRPr/>
            </a:pPr>
            <a:r>
              <a:rPr lang="en-US" sz="2000" b="1" dirty="0"/>
              <a:t>The Problem</a:t>
            </a:r>
            <a:r>
              <a:rPr lang="en-US" sz="2000" dirty="0"/>
              <a:t>: Searching a list for a specific key.</a:t>
            </a:r>
          </a:p>
          <a:p>
            <a:pPr>
              <a:spcBef>
                <a:spcPct val="40000"/>
              </a:spcBef>
              <a:defRPr/>
            </a:pPr>
            <a:r>
              <a:rPr lang="en-US" sz="2000" b="1" dirty="0"/>
              <a:t>Input</a:t>
            </a:r>
            <a:r>
              <a:rPr lang="en-US" sz="2000" dirty="0"/>
              <a:t>: </a:t>
            </a:r>
          </a:p>
          <a:p>
            <a:pPr>
              <a:spcBef>
                <a:spcPct val="20000"/>
              </a:spcBef>
              <a:defRPr/>
            </a:pPr>
            <a:r>
              <a:rPr lang="en-US" sz="2000" dirty="0"/>
              <a:t>an unordered array E with n entries, a key K to be matched</a:t>
            </a:r>
          </a:p>
          <a:p>
            <a:pPr>
              <a:spcBef>
                <a:spcPct val="40000"/>
              </a:spcBef>
              <a:defRPr/>
            </a:pPr>
            <a:r>
              <a:rPr lang="en-US" sz="2000" b="1" dirty="0"/>
              <a:t>Output</a:t>
            </a:r>
            <a:r>
              <a:rPr lang="en-US" sz="2000" dirty="0"/>
              <a:t>: </a:t>
            </a:r>
          </a:p>
          <a:p>
            <a:pPr>
              <a:spcBef>
                <a:spcPct val="20000"/>
              </a:spcBef>
              <a:defRPr/>
            </a:pPr>
            <a:r>
              <a:rPr lang="en-US" sz="2000" dirty="0"/>
              <a:t>the location of K in E (or </a:t>
            </a:r>
            <a:r>
              <a:rPr lang="en-US" sz="2000" i="1" dirty="0"/>
              <a:t>fail</a:t>
            </a:r>
            <a:r>
              <a:rPr lang="en-US" sz="2000" dirty="0"/>
              <a:t>)</a:t>
            </a:r>
            <a:endParaRPr lang="zh-CN" altLang="en-US" sz="2000" dirty="0"/>
          </a:p>
        </p:txBody>
      </p:sp>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A9AF361-C149-594D-817C-989B7A84CEE8}"/>
              </a:ext>
            </a:extLst>
          </p:cNvPr>
          <p:cNvSpPr>
            <a:spLocks noGrp="1" noChangeArrowheads="1"/>
          </p:cNvSpPr>
          <p:nvPr>
            <p:ph type="title" idx="4294967295"/>
          </p:nvPr>
        </p:nvSpPr>
        <p:spPr/>
        <p:txBody>
          <a:bodyPr/>
          <a:lstStyle/>
          <a:p>
            <a:pPr eaLnBrk="1" hangingPunct="1"/>
            <a:r>
              <a:rPr kumimoji="0" lang="en-US" altLang="zh-CN"/>
              <a:t>Algorithmically Solvable Problem</a:t>
            </a:r>
          </a:p>
        </p:txBody>
      </p:sp>
      <p:sp>
        <p:nvSpPr>
          <p:cNvPr id="40962" name="Rectangle 3">
            <a:extLst>
              <a:ext uri="{FF2B5EF4-FFF2-40B4-BE49-F238E27FC236}">
                <a16:creationId xmlns:a16="http://schemas.microsoft.com/office/drawing/2014/main" id="{E385D5EB-B60F-AA9A-B076-4D1C23AC93F7}"/>
              </a:ext>
            </a:extLst>
          </p:cNvPr>
          <p:cNvSpPr>
            <a:spLocks noGrp="1" noChangeArrowheads="1"/>
          </p:cNvSpPr>
          <p:nvPr>
            <p:ph type="body" idx="4294967295"/>
          </p:nvPr>
        </p:nvSpPr>
        <p:spPr/>
        <p:txBody>
          <a:bodyPr/>
          <a:lstStyle/>
          <a:p>
            <a:pPr eaLnBrk="1" hangingPunct="1"/>
            <a:r>
              <a:rPr kumimoji="0" lang="en-US" altLang="zh-CN"/>
              <a:t>Informally speaking</a:t>
            </a:r>
          </a:p>
          <a:p>
            <a:pPr lvl="1" eaLnBrk="1" hangingPunct="1"/>
            <a:r>
              <a:rPr kumimoji="0" lang="en-US" altLang="zh-CN"/>
              <a:t>A problem for which a computer program can be written that will produce the correct answer for any valid input if we let it run long enough and allow it as much storage space as it needs.</a:t>
            </a:r>
          </a:p>
          <a:p>
            <a:pPr eaLnBrk="1" hangingPunct="1"/>
            <a:r>
              <a:rPr kumimoji="0" lang="en-US" altLang="zh-CN"/>
              <a:t>Unsolvable(or un-decidable) problem</a:t>
            </a:r>
          </a:p>
          <a:p>
            <a:pPr lvl="1" eaLnBrk="1" hangingPunct="1"/>
            <a:r>
              <a:rPr kumimoji="0" lang="en-US" altLang="zh-CN"/>
              <a:t>Problems for which no algorithms exist</a:t>
            </a:r>
          </a:p>
          <a:p>
            <a:pPr lvl="1" eaLnBrk="1" hangingPunct="1"/>
            <a:r>
              <a:rPr kumimoji="0" lang="en-US" altLang="zh-CN"/>
              <a:t>the Halting Problem for Turing Machine</a:t>
            </a:r>
          </a:p>
        </p:txBody>
      </p:sp>
    </p:spTree>
  </p:cSld>
  <p:clrMapOvr>
    <a:masterClrMapping/>
  </p:clrMapOvr>
  <p:transition>
    <p:cover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87D06247-C113-2E29-882F-3C4E50DC9F38}"/>
              </a:ext>
            </a:extLst>
          </p:cNvPr>
          <p:cNvSpPr>
            <a:spLocks noGrp="1" noChangeArrowheads="1"/>
          </p:cNvSpPr>
          <p:nvPr>
            <p:ph type="title" idx="4294967295"/>
          </p:nvPr>
        </p:nvSpPr>
        <p:spPr/>
        <p:txBody>
          <a:bodyPr/>
          <a:lstStyle/>
          <a:p>
            <a:pPr eaLnBrk="1" hangingPunct="1"/>
            <a:r>
              <a:rPr kumimoji="0" lang="en-US" altLang="zh-CN"/>
              <a:t>Computational Complexity</a:t>
            </a:r>
          </a:p>
        </p:txBody>
      </p:sp>
      <p:sp>
        <p:nvSpPr>
          <p:cNvPr id="43010" name="Rectangle 3">
            <a:extLst>
              <a:ext uri="{FF2B5EF4-FFF2-40B4-BE49-F238E27FC236}">
                <a16:creationId xmlns:a16="http://schemas.microsoft.com/office/drawing/2014/main" id="{175A1682-1AD4-4ECC-9DFA-6A5987CD07C7}"/>
              </a:ext>
            </a:extLst>
          </p:cNvPr>
          <p:cNvSpPr>
            <a:spLocks noGrp="1" noChangeArrowheads="1"/>
          </p:cNvSpPr>
          <p:nvPr>
            <p:ph type="body" idx="4294967295"/>
          </p:nvPr>
        </p:nvSpPr>
        <p:spPr/>
        <p:txBody>
          <a:bodyPr/>
          <a:lstStyle/>
          <a:p>
            <a:pPr eaLnBrk="1" hangingPunct="1"/>
            <a:r>
              <a:rPr kumimoji="0" lang="en-US" altLang="zh-CN"/>
              <a:t>Formal theory of the complexity of computable functions</a:t>
            </a:r>
          </a:p>
          <a:p>
            <a:pPr eaLnBrk="1" hangingPunct="1"/>
            <a:r>
              <a:rPr kumimoji="0" lang="en-US" altLang="zh-CN"/>
              <a:t>The complexity of specific problems and specific algorithms</a:t>
            </a:r>
          </a:p>
          <a:p>
            <a:pPr eaLnBrk="1" hangingPunct="1">
              <a:buFont typeface="Wingdings" pitchFamily="2" charset="2"/>
              <a:buNone/>
            </a:pPr>
            <a:endParaRPr kumimoji="0" lang="en-US" altLang="en-US"/>
          </a:p>
        </p:txBody>
      </p:sp>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663D6-4E24-6018-E568-CF1384DC9713}"/>
            </a:ext>
          </a:extLst>
        </p:cNvPr>
        <p:cNvGrpSpPr/>
        <p:nvPr/>
      </p:nvGrpSpPr>
      <p:grpSpPr>
        <a:xfrm>
          <a:off x="0" y="0"/>
          <a:ext cx="0" cy="0"/>
          <a:chOff x="0" y="0"/>
          <a:chExt cx="0" cy="0"/>
        </a:xfrm>
      </p:grpSpPr>
      <p:sp>
        <p:nvSpPr>
          <p:cNvPr id="44033" name="Rectangle 6">
            <a:extLst>
              <a:ext uri="{FF2B5EF4-FFF2-40B4-BE49-F238E27FC236}">
                <a16:creationId xmlns:a16="http://schemas.microsoft.com/office/drawing/2014/main" id="{6175AD81-2FD1-DFE7-D5A8-AA78641BE89A}"/>
              </a:ext>
            </a:extLst>
          </p:cNvPr>
          <p:cNvSpPr>
            <a:spLocks noGrp="1" noChangeArrowheads="1"/>
          </p:cNvSpPr>
          <p:nvPr>
            <p:ph type="title" idx="4294967295"/>
          </p:nvPr>
        </p:nvSpPr>
        <p:spPr/>
        <p:txBody>
          <a:bodyPr/>
          <a:lstStyle/>
          <a:p>
            <a:pPr eaLnBrk="1" hangingPunct="1"/>
            <a:r>
              <a:rPr kumimoji="0" lang="en-US" altLang="zh-CN" dirty="0"/>
              <a:t>Criteria for Algorithm Design</a:t>
            </a:r>
          </a:p>
        </p:txBody>
      </p:sp>
      <p:sp>
        <p:nvSpPr>
          <p:cNvPr id="16387" name="Rectangle 7">
            <a:extLst>
              <a:ext uri="{FF2B5EF4-FFF2-40B4-BE49-F238E27FC236}">
                <a16:creationId xmlns:a16="http://schemas.microsoft.com/office/drawing/2014/main" id="{EB4F0456-33AF-EF15-22E6-69CA9FC75492}"/>
              </a:ext>
            </a:extLst>
          </p:cNvPr>
          <p:cNvSpPr>
            <a:spLocks noGrp="1" noChangeArrowheads="1"/>
          </p:cNvSpPr>
          <p:nvPr>
            <p:ph type="body" idx="4294967295"/>
          </p:nvPr>
        </p:nvSpPr>
        <p:spPr/>
        <p:txBody>
          <a:bodyPr/>
          <a:lstStyle/>
          <a:p>
            <a:pPr eaLnBrk="1" hangingPunct="1"/>
            <a:r>
              <a:rPr kumimoji="0" lang="en-US" altLang="zh-CN" dirty="0"/>
              <a:t>Divide-Conquer</a:t>
            </a:r>
          </a:p>
          <a:p>
            <a:pPr eaLnBrk="1" hangingPunct="1"/>
            <a:r>
              <a:rPr kumimoji="0" lang="en-US" altLang="zh-CN" dirty="0"/>
              <a:t>Greedy-Algorithm</a:t>
            </a:r>
            <a:r>
              <a:rPr kumimoji="0" lang="zh-CN" altLang="en-US" dirty="0"/>
              <a:t> </a:t>
            </a:r>
            <a:endParaRPr kumimoji="0" lang="en-US" altLang="zh-CN" dirty="0"/>
          </a:p>
          <a:p>
            <a:pPr eaLnBrk="1" hangingPunct="1"/>
            <a:r>
              <a:rPr kumimoji="0" lang="en-US" altLang="zh-CN" dirty="0"/>
              <a:t>Dynamic</a:t>
            </a:r>
            <a:r>
              <a:rPr kumimoji="0" lang="zh-CN" altLang="en-US" dirty="0"/>
              <a:t> </a:t>
            </a:r>
            <a:r>
              <a:rPr kumimoji="0" lang="en-US" altLang="zh-CN" dirty="0"/>
              <a:t>Programming</a:t>
            </a:r>
            <a:r>
              <a:rPr kumimoji="0" lang="zh-CN" altLang="en-US" dirty="0"/>
              <a:t> </a:t>
            </a:r>
            <a:endParaRPr kumimoji="0" lang="en-US" altLang="zh-CN" dirty="0"/>
          </a:p>
        </p:txBody>
      </p:sp>
    </p:spTree>
    <p:extLst>
      <p:ext uri="{BB962C8B-B14F-4D97-AF65-F5344CB8AC3E}">
        <p14:creationId xmlns:p14="http://schemas.microsoft.com/office/powerpoint/2010/main" val="2349394352"/>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6">
            <a:extLst>
              <a:ext uri="{FF2B5EF4-FFF2-40B4-BE49-F238E27FC236}">
                <a16:creationId xmlns:a16="http://schemas.microsoft.com/office/drawing/2014/main" id="{04C6AB80-A5A3-BADF-83F8-905C1F4677F2}"/>
              </a:ext>
            </a:extLst>
          </p:cNvPr>
          <p:cNvSpPr>
            <a:spLocks noGrp="1" noChangeArrowheads="1"/>
          </p:cNvSpPr>
          <p:nvPr>
            <p:ph type="title" idx="4294967295"/>
          </p:nvPr>
        </p:nvSpPr>
        <p:spPr/>
        <p:txBody>
          <a:bodyPr/>
          <a:lstStyle/>
          <a:p>
            <a:pPr eaLnBrk="1" hangingPunct="1"/>
            <a:r>
              <a:rPr kumimoji="0" lang="en-US" altLang="zh-CN"/>
              <a:t>Criteria for Algorithm Analysis</a:t>
            </a:r>
          </a:p>
        </p:txBody>
      </p:sp>
      <p:sp>
        <p:nvSpPr>
          <p:cNvPr id="16387" name="Rectangle 7">
            <a:extLst>
              <a:ext uri="{FF2B5EF4-FFF2-40B4-BE49-F238E27FC236}">
                <a16:creationId xmlns:a16="http://schemas.microsoft.com/office/drawing/2014/main" id="{BFD0481C-E3A2-4C17-2B57-B80FFAC1D0F5}"/>
              </a:ext>
            </a:extLst>
          </p:cNvPr>
          <p:cNvSpPr>
            <a:spLocks noGrp="1" noChangeArrowheads="1"/>
          </p:cNvSpPr>
          <p:nvPr>
            <p:ph type="body" idx="4294967295"/>
          </p:nvPr>
        </p:nvSpPr>
        <p:spPr/>
        <p:txBody>
          <a:bodyPr/>
          <a:lstStyle/>
          <a:p>
            <a:pPr eaLnBrk="1" hangingPunct="1"/>
            <a:r>
              <a:rPr kumimoji="0" lang="en-US" altLang="zh-CN"/>
              <a:t>Correctness</a:t>
            </a:r>
          </a:p>
          <a:p>
            <a:pPr eaLnBrk="1" hangingPunct="1"/>
            <a:r>
              <a:rPr kumimoji="0" lang="en-US" altLang="zh-CN"/>
              <a:t>Amount of work done</a:t>
            </a:r>
          </a:p>
          <a:p>
            <a:pPr eaLnBrk="1" hangingPunct="1"/>
            <a:r>
              <a:rPr kumimoji="0" lang="en-US" altLang="zh-CN"/>
              <a:t>Amount of space used</a:t>
            </a:r>
          </a:p>
          <a:p>
            <a:pPr eaLnBrk="1" hangingPunct="1"/>
            <a:r>
              <a:rPr kumimoji="0" lang="en-US" altLang="zh-CN"/>
              <a:t>Simplicity, clarity</a:t>
            </a:r>
          </a:p>
          <a:p>
            <a:pPr eaLnBrk="1" hangingPunct="1"/>
            <a:r>
              <a:rPr kumimoji="0" lang="en-US" altLang="zh-CN"/>
              <a:t>Optimality</a:t>
            </a: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anim calcmode="lin" valueType="num">
                                      <p:cBhvr additive="base">
                                        <p:cTn id="11"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anim calcmode="lin" valueType="num">
                                      <p:cBhvr additive="base">
                                        <p:cTn id="15"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anim calcmode="lin" valueType="num">
                                      <p:cBhvr additive="base">
                                        <p:cTn id="19"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anim calcmode="lin" valueType="num">
                                      <p:cBhvr additive="base">
                                        <p:cTn id="23"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B7ABAE2-8051-21EA-1406-C5B731794225}"/>
              </a:ext>
            </a:extLst>
          </p:cNvPr>
          <p:cNvSpPr>
            <a:spLocks noGrp="1" noChangeArrowheads="1"/>
          </p:cNvSpPr>
          <p:nvPr>
            <p:ph type="title" idx="4294967295"/>
          </p:nvPr>
        </p:nvSpPr>
        <p:spPr/>
        <p:txBody>
          <a:bodyPr/>
          <a:lstStyle/>
          <a:p>
            <a:pPr eaLnBrk="1" hangingPunct="1"/>
            <a:r>
              <a:rPr kumimoji="0" lang="en-US" altLang="zh-CN"/>
              <a:t>Correctness</a:t>
            </a:r>
          </a:p>
        </p:txBody>
      </p:sp>
      <p:sp>
        <p:nvSpPr>
          <p:cNvPr id="45058" name="Rectangle 3">
            <a:extLst>
              <a:ext uri="{FF2B5EF4-FFF2-40B4-BE49-F238E27FC236}">
                <a16:creationId xmlns:a16="http://schemas.microsoft.com/office/drawing/2014/main" id="{F2375442-0FFE-B172-3D4A-DDD6C8C10935}"/>
              </a:ext>
            </a:extLst>
          </p:cNvPr>
          <p:cNvSpPr>
            <a:spLocks noGrp="1" noChangeArrowheads="1"/>
          </p:cNvSpPr>
          <p:nvPr>
            <p:ph type="body" idx="4294967295"/>
          </p:nvPr>
        </p:nvSpPr>
        <p:spPr/>
        <p:txBody>
          <a:bodyPr/>
          <a:lstStyle/>
          <a:p>
            <a:pPr eaLnBrk="1" hangingPunct="1"/>
            <a:r>
              <a:rPr kumimoji="0" lang="en-US" altLang="zh-CN"/>
              <a:t>Describing the </a:t>
            </a:r>
            <a:r>
              <a:rPr kumimoji="0" lang="en-US" altLang="en-US"/>
              <a:t>“</a:t>
            </a:r>
            <a:r>
              <a:rPr kumimoji="0" lang="en-US" altLang="zh-CN"/>
              <a:t>correctness</a:t>
            </a:r>
            <a:r>
              <a:rPr kumimoji="0" lang="en-US" altLang="en-US"/>
              <a:t>”</a:t>
            </a:r>
            <a:r>
              <a:rPr kumimoji="0" lang="en-US" altLang="zh-CN"/>
              <a:t>: the specification of a specified problem:</a:t>
            </a:r>
          </a:p>
          <a:p>
            <a:pPr lvl="1" eaLnBrk="1" hangingPunct="1">
              <a:buFont typeface="Wingdings" pitchFamily="2" charset="2"/>
              <a:buNone/>
            </a:pPr>
            <a:r>
              <a:rPr kumimoji="0" lang="en-US" altLang="zh-CN"/>
              <a:t>Preconditions </a:t>
            </a:r>
            <a:r>
              <a:rPr kumimoji="0" lang="en-US" altLang="zh-CN">
                <a:sym typeface="Wingdings 3" pitchFamily="2" charset="2"/>
              </a:rPr>
              <a:t>vs. post-conditions</a:t>
            </a:r>
          </a:p>
          <a:p>
            <a:pPr eaLnBrk="1" hangingPunct="1"/>
            <a:r>
              <a:rPr kumimoji="0" lang="en-US" altLang="zh-CN">
                <a:sym typeface="Wingdings 3" pitchFamily="2" charset="2"/>
              </a:rPr>
              <a:t>Establishing the method:</a:t>
            </a:r>
          </a:p>
          <a:p>
            <a:pPr lvl="1" eaLnBrk="1" hangingPunct="1">
              <a:buFont typeface="Wingdings" pitchFamily="2" charset="2"/>
              <a:buNone/>
            </a:pPr>
            <a:r>
              <a:rPr kumimoji="0" lang="en-US" altLang="zh-CN"/>
              <a:t>Preconditions+Algorithm </a:t>
            </a:r>
            <a:r>
              <a:rPr kumimoji="0" lang="en-US" altLang="zh-CN">
                <a:sym typeface="Wingdings 3" pitchFamily="2" charset="2"/>
              </a:rPr>
              <a:t> post-conditions</a:t>
            </a:r>
          </a:p>
          <a:p>
            <a:pPr eaLnBrk="1" hangingPunct="1"/>
            <a:r>
              <a:rPr kumimoji="0" lang="en-US" altLang="zh-CN">
                <a:sym typeface="Wingdings 3" pitchFamily="2" charset="2"/>
              </a:rPr>
              <a:t>Proving the correctness of the implementation of the algorithm</a:t>
            </a:r>
          </a:p>
          <a:p>
            <a:pPr eaLnBrk="1" hangingPunct="1">
              <a:buFont typeface="Wingdings" pitchFamily="2" charset="2"/>
              <a:buNone/>
            </a:pPr>
            <a:endParaRPr kumimoji="0" lang="en-US" altLang="zh-CN">
              <a:sym typeface="Wingdings 3" pitchFamily="2" charset="2"/>
            </a:endParaRPr>
          </a:p>
        </p:txBody>
      </p:sp>
    </p:spTree>
  </p:cSld>
  <p:clrMapOvr>
    <a:masterClrMapping/>
  </p:clrMapOvr>
  <p:transition>
    <p:cover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4">
            <a:extLst>
              <a:ext uri="{FF2B5EF4-FFF2-40B4-BE49-F238E27FC236}">
                <a16:creationId xmlns:a16="http://schemas.microsoft.com/office/drawing/2014/main" id="{B621FCBF-C6F0-46A4-1862-4A8041378465}"/>
              </a:ext>
            </a:extLst>
          </p:cNvPr>
          <p:cNvSpPr>
            <a:spLocks noGrp="1" noChangeArrowheads="1"/>
          </p:cNvSpPr>
          <p:nvPr>
            <p:ph type="title" idx="4294967295"/>
          </p:nvPr>
        </p:nvSpPr>
        <p:spPr/>
        <p:txBody>
          <a:bodyPr/>
          <a:lstStyle/>
          <a:p>
            <a:pPr eaLnBrk="1" hangingPunct="1"/>
            <a:r>
              <a:rPr kumimoji="0" lang="en-US" altLang="zh-CN"/>
              <a:t>Correctness of Euclid Algorithm</a:t>
            </a:r>
          </a:p>
        </p:txBody>
      </p:sp>
      <p:sp>
        <p:nvSpPr>
          <p:cNvPr id="46082" name="Rectangle 5">
            <a:extLst>
              <a:ext uri="{FF2B5EF4-FFF2-40B4-BE49-F238E27FC236}">
                <a16:creationId xmlns:a16="http://schemas.microsoft.com/office/drawing/2014/main" id="{0636D162-48FB-17F3-20AB-1A077F1793C7}"/>
              </a:ext>
            </a:extLst>
          </p:cNvPr>
          <p:cNvSpPr>
            <a:spLocks noGrp="1" noChangeArrowheads="1"/>
          </p:cNvSpPr>
          <p:nvPr>
            <p:ph type="body" idx="4294967295"/>
          </p:nvPr>
        </p:nvSpPr>
        <p:spPr>
          <a:xfrm>
            <a:off x="395288" y="1989138"/>
            <a:ext cx="8208962" cy="4114800"/>
          </a:xfrm>
        </p:spPr>
        <p:txBody>
          <a:bodyPr/>
          <a:lstStyle/>
          <a:p>
            <a:pPr eaLnBrk="1" hangingPunct="1">
              <a:spcBef>
                <a:spcPct val="60000"/>
              </a:spcBef>
            </a:pPr>
            <a:r>
              <a:rPr kumimoji="0" lang="en-US" altLang="zh-CN" sz="2800" b="1">
                <a:solidFill>
                  <a:schemeClr val="tx2"/>
                </a:solidFill>
                <a:sym typeface="Symbol" pitchFamily="2" charset="2"/>
              </a:rPr>
              <a:t>Euclid algorithm</a:t>
            </a:r>
          </a:p>
          <a:p>
            <a:pPr lvl="1" eaLnBrk="1" hangingPunct="1"/>
            <a:r>
              <a:rPr kumimoji="0" lang="en-US" altLang="zh-CN"/>
              <a:t>input: nonnegative integer </a:t>
            </a:r>
            <a:r>
              <a:rPr kumimoji="0" lang="en-US" altLang="zh-CN" i="1"/>
              <a:t>m</a:t>
            </a:r>
            <a:r>
              <a:rPr kumimoji="0" lang="en-US" altLang="zh-CN"/>
              <a:t>,</a:t>
            </a:r>
            <a:r>
              <a:rPr kumimoji="0" lang="en-US" altLang="zh-CN" i="1"/>
              <a:t>n</a:t>
            </a:r>
          </a:p>
          <a:p>
            <a:pPr lvl="1" eaLnBrk="1" hangingPunct="1"/>
            <a:r>
              <a:rPr kumimoji="0" lang="en-US" altLang="zh-CN"/>
              <a:t>output: gcd(</a:t>
            </a:r>
            <a:r>
              <a:rPr kumimoji="0" lang="en-US" altLang="zh-CN" i="1"/>
              <a:t>m</a:t>
            </a:r>
            <a:r>
              <a:rPr kumimoji="0" lang="en-US" altLang="zh-CN"/>
              <a:t>,</a:t>
            </a:r>
            <a:r>
              <a:rPr kumimoji="0" lang="en-US" altLang="zh-CN" i="1"/>
              <a:t>n</a:t>
            </a:r>
            <a:r>
              <a:rPr kumimoji="0" lang="en-US" altLang="zh-CN"/>
              <a:t>)</a:t>
            </a:r>
          </a:p>
          <a:p>
            <a:pPr lvl="1" eaLnBrk="1" hangingPunct="1">
              <a:spcBef>
                <a:spcPct val="50000"/>
              </a:spcBef>
            </a:pPr>
            <a:r>
              <a:rPr kumimoji="0" lang="en-US" altLang="zh-CN"/>
              <a:t>procedure</a:t>
            </a:r>
          </a:p>
          <a:p>
            <a:pPr lvl="2" eaLnBrk="1" hangingPunct="1">
              <a:buFont typeface="Wingdings" pitchFamily="2" charset="2"/>
              <a:buNone/>
            </a:pPr>
            <a:r>
              <a:rPr kumimoji="0" lang="en-US" altLang="zh-CN" b="1"/>
              <a:t>Euclid(int </a:t>
            </a:r>
            <a:r>
              <a:rPr kumimoji="0" lang="en-US" altLang="zh-CN" i="1"/>
              <a:t>m</a:t>
            </a:r>
            <a:r>
              <a:rPr kumimoji="0" lang="en-US" altLang="zh-CN"/>
              <a:t>,</a:t>
            </a:r>
            <a:r>
              <a:rPr kumimoji="0" lang="en-US" altLang="zh-CN" i="1"/>
              <a:t>n</a:t>
            </a:r>
            <a:r>
              <a:rPr kumimoji="0" lang="en-US" altLang="zh-CN"/>
              <a:t>)</a:t>
            </a:r>
          </a:p>
          <a:p>
            <a:pPr lvl="2" eaLnBrk="1" hangingPunct="1">
              <a:buFont typeface="Wingdings" pitchFamily="2" charset="2"/>
              <a:buNone/>
            </a:pPr>
            <a:r>
              <a:rPr kumimoji="0" lang="en-US" altLang="zh-CN"/>
              <a:t>    </a:t>
            </a:r>
            <a:r>
              <a:rPr kumimoji="0" lang="en-US" altLang="zh-CN" b="1"/>
              <a:t>if </a:t>
            </a:r>
            <a:r>
              <a:rPr kumimoji="0" lang="en-US" altLang="zh-CN" i="1"/>
              <a:t>n</a:t>
            </a:r>
            <a:r>
              <a:rPr kumimoji="0" lang="en-US" altLang="zh-CN"/>
              <a:t>=0</a:t>
            </a:r>
          </a:p>
          <a:p>
            <a:pPr lvl="2" eaLnBrk="1" hangingPunct="1">
              <a:buFont typeface="Wingdings" pitchFamily="2" charset="2"/>
              <a:buNone/>
            </a:pPr>
            <a:r>
              <a:rPr kumimoji="0" lang="en-US" altLang="zh-CN"/>
              <a:t>        </a:t>
            </a:r>
            <a:r>
              <a:rPr kumimoji="0" lang="en-US" altLang="zh-CN" b="1"/>
              <a:t>then return </a:t>
            </a:r>
            <a:r>
              <a:rPr kumimoji="0" lang="en-US" altLang="zh-CN" i="1"/>
              <a:t>m</a:t>
            </a:r>
          </a:p>
          <a:p>
            <a:pPr lvl="2" eaLnBrk="1" hangingPunct="1">
              <a:buFont typeface="Wingdings" pitchFamily="2" charset="2"/>
              <a:buNone/>
            </a:pPr>
            <a:r>
              <a:rPr kumimoji="0" lang="en-US" altLang="zh-CN" i="1"/>
              <a:t>        </a:t>
            </a:r>
            <a:r>
              <a:rPr kumimoji="0" lang="en-US" altLang="zh-CN" b="1"/>
              <a:t>else return </a:t>
            </a:r>
            <a:r>
              <a:rPr kumimoji="0" lang="en-US" altLang="zh-CN">
                <a:solidFill>
                  <a:srgbClr val="FF0000"/>
                </a:solidFill>
              </a:rPr>
              <a:t>Euclid</a:t>
            </a:r>
            <a:r>
              <a:rPr kumimoji="0" lang="en-US" altLang="zh-CN"/>
              <a:t>(</a:t>
            </a:r>
            <a:r>
              <a:rPr kumimoji="0" lang="en-US" altLang="zh-CN" i="1"/>
              <a:t>n</a:t>
            </a:r>
            <a:r>
              <a:rPr kumimoji="0" lang="en-US" altLang="zh-CN"/>
              <a:t>, </a:t>
            </a:r>
            <a:r>
              <a:rPr kumimoji="0" lang="en-US" altLang="zh-CN" i="1"/>
              <a:t>m</a:t>
            </a:r>
            <a:r>
              <a:rPr kumimoji="0" lang="en-US" altLang="zh-CN"/>
              <a:t> mod </a:t>
            </a:r>
            <a:r>
              <a:rPr kumimoji="0" lang="en-US" altLang="zh-CN" i="1"/>
              <a:t>n</a:t>
            </a:r>
            <a:r>
              <a:rPr kumimoji="0" lang="en-US" altLang="zh-CN"/>
              <a:t>)</a:t>
            </a:r>
            <a:endParaRPr kumimoji="0" lang="zh-CN" altLang="en-US"/>
          </a:p>
          <a:p>
            <a:pPr lvl="1" eaLnBrk="1" hangingPunct="1">
              <a:spcBef>
                <a:spcPct val="50000"/>
              </a:spcBef>
            </a:pPr>
            <a:endParaRPr kumimoji="0" lang="en-US" altLang="zh-CN"/>
          </a:p>
        </p:txBody>
      </p:sp>
      <p:grpSp>
        <p:nvGrpSpPr>
          <p:cNvPr id="18436" name="Group 4">
            <a:extLst>
              <a:ext uri="{FF2B5EF4-FFF2-40B4-BE49-F238E27FC236}">
                <a16:creationId xmlns:a16="http://schemas.microsoft.com/office/drawing/2014/main" id="{981FD8C5-8EF5-9880-3344-419126B7BE60}"/>
              </a:ext>
            </a:extLst>
          </p:cNvPr>
          <p:cNvGrpSpPr>
            <a:grpSpLocks/>
          </p:cNvGrpSpPr>
          <p:nvPr/>
        </p:nvGrpSpPr>
        <p:grpSpPr bwMode="auto">
          <a:xfrm>
            <a:off x="4211638" y="4581525"/>
            <a:ext cx="4537075" cy="1008063"/>
            <a:chOff x="0" y="0"/>
            <a:chExt cx="2858" cy="635"/>
          </a:xfrm>
        </p:grpSpPr>
        <p:sp>
          <p:nvSpPr>
            <p:cNvPr id="46093" name="Text Box 12">
              <a:extLst>
                <a:ext uri="{FF2B5EF4-FFF2-40B4-BE49-F238E27FC236}">
                  <a16:creationId xmlns:a16="http://schemas.microsoft.com/office/drawing/2014/main" id="{BD763120-EB75-DB43-D2E7-09A133B11F4F}"/>
                </a:ext>
              </a:extLst>
            </p:cNvPr>
            <p:cNvSpPr txBox="1">
              <a:spLocks noChangeArrowheads="1"/>
            </p:cNvSpPr>
            <p:nvPr/>
          </p:nvSpPr>
          <p:spPr bwMode="auto">
            <a:xfrm>
              <a:off x="318" y="0"/>
              <a:ext cx="254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a:solidFill>
                    <a:srgbClr val="006600"/>
                  </a:solidFill>
                </a:rPr>
                <a:t>(</a:t>
              </a:r>
              <a:r>
                <a:rPr kumimoji="0" lang="en-US" altLang="zh-CN" sz="2000" b="1" i="1">
                  <a:solidFill>
                    <a:srgbClr val="006600"/>
                  </a:solidFill>
                </a:rPr>
                <a:t>m</a:t>
              </a:r>
              <a:r>
                <a:rPr kumimoji="0" lang="en-US" altLang="zh-CN" sz="2000" b="1">
                  <a:solidFill>
                    <a:srgbClr val="006600"/>
                  </a:solidFill>
                </a:rPr>
                <a:t> mod </a:t>
              </a:r>
              <a:r>
                <a:rPr kumimoji="0" lang="en-US" altLang="zh-CN" sz="2000" b="1" i="1">
                  <a:solidFill>
                    <a:srgbClr val="006600"/>
                  </a:solidFill>
                </a:rPr>
                <a:t>n</a:t>
              </a:r>
              <a:r>
                <a:rPr kumimoji="0" lang="en-US" altLang="zh-CN" sz="2000" b="1">
                  <a:solidFill>
                    <a:srgbClr val="006600"/>
                  </a:solidFill>
                </a:rPr>
                <a:t>) is always less than </a:t>
              </a:r>
              <a:r>
                <a:rPr kumimoji="0" lang="en-US" altLang="zh-CN" sz="2000" b="1" i="1">
                  <a:solidFill>
                    <a:srgbClr val="006600"/>
                  </a:solidFill>
                </a:rPr>
                <a:t>n</a:t>
              </a:r>
              <a:r>
                <a:rPr kumimoji="0" lang="en-US" altLang="zh-CN" sz="2000" b="1">
                  <a:solidFill>
                    <a:srgbClr val="006600"/>
                  </a:solidFill>
                </a:rPr>
                <a:t>, so, the algorithm must terminate</a:t>
              </a:r>
              <a:r>
                <a:rPr kumimoji="0" lang="en-US" altLang="zh-CN" sz="1800"/>
                <a:t>  </a:t>
              </a:r>
              <a:endParaRPr kumimoji="0" lang="en-US" altLang="zh-CN" sz="1800" i="1"/>
            </a:p>
          </p:txBody>
        </p:sp>
        <p:sp>
          <p:nvSpPr>
            <p:cNvPr id="46094" name="Line 13">
              <a:extLst>
                <a:ext uri="{FF2B5EF4-FFF2-40B4-BE49-F238E27FC236}">
                  <a16:creationId xmlns:a16="http://schemas.microsoft.com/office/drawing/2014/main" id="{7C64C079-150D-6782-AE29-C116623BF00E}"/>
                </a:ext>
              </a:extLst>
            </p:cNvPr>
            <p:cNvSpPr>
              <a:spLocks noChangeShapeType="1"/>
            </p:cNvSpPr>
            <p:nvPr/>
          </p:nvSpPr>
          <p:spPr bwMode="auto">
            <a:xfrm flipH="1">
              <a:off x="590" y="453"/>
              <a:ext cx="227"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95" name="Oval 14">
              <a:extLst>
                <a:ext uri="{FF2B5EF4-FFF2-40B4-BE49-F238E27FC236}">
                  <a16:creationId xmlns:a16="http://schemas.microsoft.com/office/drawing/2014/main" id="{7223FFA9-2FD0-EC1A-183E-05FDC3CDB609}"/>
                </a:ext>
              </a:extLst>
            </p:cNvPr>
            <p:cNvSpPr>
              <a:spLocks noChangeArrowheads="1"/>
            </p:cNvSpPr>
            <p:nvPr/>
          </p:nvSpPr>
          <p:spPr bwMode="auto">
            <a:xfrm>
              <a:off x="0" y="45"/>
              <a:ext cx="317" cy="318"/>
            </a:xfrm>
            <a:prstGeom prst="ellipse">
              <a:avLst/>
            </a:prstGeom>
            <a:noFill/>
            <a:ln w="28575">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46096" name="Text Box 15">
              <a:extLst>
                <a:ext uri="{FF2B5EF4-FFF2-40B4-BE49-F238E27FC236}">
                  <a16:creationId xmlns:a16="http://schemas.microsoft.com/office/drawing/2014/main" id="{456065AD-D92A-F2BF-4CAD-8B872DAB2DF2}"/>
                </a:ext>
              </a:extLst>
            </p:cNvPr>
            <p:cNvSpPr txBox="1">
              <a:spLocks noChangeArrowheads="1"/>
            </p:cNvSpPr>
            <p:nvPr/>
          </p:nvSpPr>
          <p:spPr bwMode="auto">
            <a:xfrm>
              <a:off x="55" y="55"/>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b="1">
                  <a:solidFill>
                    <a:srgbClr val="006600"/>
                  </a:solidFill>
                </a:rPr>
                <a:t>1</a:t>
              </a:r>
            </a:p>
          </p:txBody>
        </p:sp>
      </p:grpSp>
      <p:sp>
        <p:nvSpPr>
          <p:cNvPr id="46084" name="Line 18">
            <a:extLst>
              <a:ext uri="{FF2B5EF4-FFF2-40B4-BE49-F238E27FC236}">
                <a16:creationId xmlns:a16="http://schemas.microsoft.com/office/drawing/2014/main" id="{87C2238F-0F92-747E-2B2B-B48584B3FB4F}"/>
              </a:ext>
            </a:extLst>
          </p:cNvPr>
          <p:cNvSpPr>
            <a:spLocks noChangeShapeType="1"/>
          </p:cNvSpPr>
          <p:nvPr/>
        </p:nvSpPr>
        <p:spPr bwMode="auto">
          <a:xfrm>
            <a:off x="2268538" y="3500438"/>
            <a:ext cx="1295400" cy="0"/>
          </a:xfrm>
          <a:prstGeom prst="line">
            <a:avLst/>
          </a:prstGeom>
          <a:noFill/>
          <a:ln w="5715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18442" name="Group 10">
            <a:extLst>
              <a:ext uri="{FF2B5EF4-FFF2-40B4-BE49-F238E27FC236}">
                <a16:creationId xmlns:a16="http://schemas.microsoft.com/office/drawing/2014/main" id="{BD525252-D69A-3237-ECB6-A57D6BC67945}"/>
              </a:ext>
            </a:extLst>
          </p:cNvPr>
          <p:cNvGrpSpPr>
            <a:grpSpLocks/>
          </p:cNvGrpSpPr>
          <p:nvPr/>
        </p:nvGrpSpPr>
        <p:grpSpPr bwMode="auto">
          <a:xfrm>
            <a:off x="3635375" y="3284538"/>
            <a:ext cx="4249738" cy="2592387"/>
            <a:chOff x="0" y="0"/>
            <a:chExt cx="2677" cy="1633"/>
          </a:xfrm>
        </p:grpSpPr>
        <p:sp>
          <p:nvSpPr>
            <p:cNvPr id="46087" name="Line 11">
              <a:extLst>
                <a:ext uri="{FF2B5EF4-FFF2-40B4-BE49-F238E27FC236}">
                  <a16:creationId xmlns:a16="http://schemas.microsoft.com/office/drawing/2014/main" id="{61F4F7E0-5244-9233-BB1E-3F23E394A78B}"/>
                </a:ext>
              </a:extLst>
            </p:cNvPr>
            <p:cNvSpPr>
              <a:spLocks noChangeShapeType="1"/>
            </p:cNvSpPr>
            <p:nvPr/>
          </p:nvSpPr>
          <p:spPr bwMode="auto">
            <a:xfrm>
              <a:off x="635" y="1633"/>
              <a:ext cx="726" cy="0"/>
            </a:xfrm>
            <a:prstGeom prst="line">
              <a:avLst/>
            </a:prstGeom>
            <a:noFill/>
            <a:ln w="5715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088" name="Line 21">
              <a:extLst>
                <a:ext uri="{FF2B5EF4-FFF2-40B4-BE49-F238E27FC236}">
                  <a16:creationId xmlns:a16="http://schemas.microsoft.com/office/drawing/2014/main" id="{4458C548-5C36-CB65-7A7D-80E0F3C377DD}"/>
                </a:ext>
              </a:extLst>
            </p:cNvPr>
            <p:cNvSpPr>
              <a:spLocks noChangeShapeType="1"/>
            </p:cNvSpPr>
            <p:nvPr/>
          </p:nvSpPr>
          <p:spPr bwMode="auto">
            <a:xfrm flipH="1" flipV="1">
              <a:off x="0" y="182"/>
              <a:ext cx="182" cy="90"/>
            </a:xfrm>
            <a:prstGeom prst="line">
              <a:avLst/>
            </a:prstGeom>
            <a:noFill/>
            <a:ln w="9525">
              <a:solidFill>
                <a:srgbClr val="FFCC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089" name="Text Box 17">
              <a:extLst>
                <a:ext uri="{FF2B5EF4-FFF2-40B4-BE49-F238E27FC236}">
                  <a16:creationId xmlns:a16="http://schemas.microsoft.com/office/drawing/2014/main" id="{DA524B05-492F-471B-F64C-37C8B02270E9}"/>
                </a:ext>
              </a:extLst>
            </p:cNvPr>
            <p:cNvSpPr txBox="1">
              <a:spLocks noChangeArrowheads="1"/>
            </p:cNvSpPr>
            <p:nvPr/>
          </p:nvSpPr>
          <p:spPr bwMode="auto">
            <a:xfrm>
              <a:off x="545" y="0"/>
              <a:ext cx="213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b="1">
                  <a:solidFill>
                    <a:srgbClr val="0000CC"/>
                  </a:solidFill>
                </a:rPr>
                <a:t>if </a:t>
              </a:r>
              <a:r>
                <a:rPr kumimoji="0" lang="en-US" altLang="zh-CN" sz="2000" b="1" i="1">
                  <a:solidFill>
                    <a:srgbClr val="0000CC"/>
                  </a:solidFill>
                </a:rPr>
                <a:t>d</a:t>
              </a:r>
              <a:r>
                <a:rPr kumimoji="0" lang="en-US" altLang="zh-CN" sz="2000" b="1">
                  <a:solidFill>
                    <a:srgbClr val="0000CC"/>
                  </a:solidFill>
                </a:rPr>
                <a:t> is a common divisor of </a:t>
              </a:r>
              <a:r>
                <a:rPr kumimoji="0" lang="en-US" altLang="zh-CN" sz="2000" b="1" i="1">
                  <a:solidFill>
                    <a:srgbClr val="0000CC"/>
                  </a:solidFill>
                </a:rPr>
                <a:t>m</a:t>
              </a:r>
              <a:r>
                <a:rPr kumimoji="0" lang="en-US" altLang="zh-CN" sz="2000" b="1">
                  <a:solidFill>
                    <a:srgbClr val="0000CC"/>
                  </a:solidFill>
                </a:rPr>
                <a:t> and </a:t>
              </a:r>
              <a:r>
                <a:rPr kumimoji="0" lang="en-US" altLang="zh-CN" sz="2000" b="1" i="1">
                  <a:solidFill>
                    <a:srgbClr val="0000CC"/>
                  </a:solidFill>
                </a:rPr>
                <a:t>n</a:t>
              </a:r>
              <a:r>
                <a:rPr kumimoji="0" lang="en-US" altLang="zh-CN" sz="2000" b="1">
                  <a:solidFill>
                    <a:srgbClr val="0000CC"/>
                  </a:solidFill>
                </a:rPr>
                <a:t>, it must be a common divisor of </a:t>
              </a:r>
              <a:r>
                <a:rPr kumimoji="0" lang="en-US" altLang="zh-CN" sz="2000" b="1" i="1">
                  <a:solidFill>
                    <a:srgbClr val="0000CC"/>
                  </a:solidFill>
                </a:rPr>
                <a:t>n</a:t>
              </a:r>
              <a:r>
                <a:rPr kumimoji="0" lang="en-US" altLang="zh-CN" sz="2000" b="1">
                  <a:solidFill>
                    <a:srgbClr val="0000CC"/>
                  </a:solidFill>
                </a:rPr>
                <a:t> and (</a:t>
              </a:r>
              <a:r>
                <a:rPr kumimoji="0" lang="en-US" altLang="zh-CN" sz="2000" b="1" i="1">
                  <a:solidFill>
                    <a:srgbClr val="0000CC"/>
                  </a:solidFill>
                </a:rPr>
                <a:t>m </a:t>
              </a:r>
              <a:r>
                <a:rPr kumimoji="0" lang="en-US" altLang="zh-CN" sz="2000" b="1">
                  <a:solidFill>
                    <a:srgbClr val="0000CC"/>
                  </a:solidFill>
                </a:rPr>
                <a:t>mod </a:t>
              </a:r>
              <a:r>
                <a:rPr kumimoji="0" lang="en-US" altLang="zh-CN" sz="2000" b="1" i="1">
                  <a:solidFill>
                    <a:srgbClr val="0000CC"/>
                  </a:solidFill>
                </a:rPr>
                <a:t>n</a:t>
              </a:r>
              <a:r>
                <a:rPr kumimoji="0" lang="en-US" altLang="zh-CN" sz="2000" b="1">
                  <a:solidFill>
                    <a:srgbClr val="0000CC"/>
                  </a:solidFill>
                </a:rPr>
                <a:t>)</a:t>
              </a:r>
            </a:p>
          </p:txBody>
        </p:sp>
        <p:sp>
          <p:nvSpPr>
            <p:cNvPr id="46090" name="Oval 19">
              <a:extLst>
                <a:ext uri="{FF2B5EF4-FFF2-40B4-BE49-F238E27FC236}">
                  <a16:creationId xmlns:a16="http://schemas.microsoft.com/office/drawing/2014/main" id="{E4E59303-C48A-E747-0CB5-8DB63DC88A34}"/>
                </a:ext>
              </a:extLst>
            </p:cNvPr>
            <p:cNvSpPr>
              <a:spLocks noChangeArrowheads="1"/>
            </p:cNvSpPr>
            <p:nvPr/>
          </p:nvSpPr>
          <p:spPr bwMode="auto">
            <a:xfrm>
              <a:off x="227" y="182"/>
              <a:ext cx="318" cy="317"/>
            </a:xfrm>
            <a:prstGeom prst="ellipse">
              <a:avLst/>
            </a:prstGeom>
            <a:noFill/>
            <a:ln w="28575">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p>
          </p:txBody>
        </p:sp>
        <p:sp>
          <p:nvSpPr>
            <p:cNvPr id="46091" name="Text Box 20">
              <a:extLst>
                <a:ext uri="{FF2B5EF4-FFF2-40B4-BE49-F238E27FC236}">
                  <a16:creationId xmlns:a16="http://schemas.microsoft.com/office/drawing/2014/main" id="{16BA7780-07A9-9A1A-1893-E87643DC6D61}"/>
                </a:ext>
              </a:extLst>
            </p:cNvPr>
            <p:cNvSpPr txBox="1">
              <a:spLocks noChangeArrowheads="1"/>
            </p:cNvSpPr>
            <p:nvPr/>
          </p:nvSpPr>
          <p:spPr bwMode="auto">
            <a:xfrm>
              <a:off x="281" y="181"/>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a:t>2</a:t>
              </a:r>
            </a:p>
          </p:txBody>
        </p:sp>
        <p:sp>
          <p:nvSpPr>
            <p:cNvPr id="46092" name="Line 22">
              <a:extLst>
                <a:ext uri="{FF2B5EF4-FFF2-40B4-BE49-F238E27FC236}">
                  <a16:creationId xmlns:a16="http://schemas.microsoft.com/office/drawing/2014/main" id="{6C06835B-E2EF-032B-8F70-9E1BDA8AFB21}"/>
                </a:ext>
              </a:extLst>
            </p:cNvPr>
            <p:cNvSpPr>
              <a:spLocks noChangeShapeType="1"/>
            </p:cNvSpPr>
            <p:nvPr/>
          </p:nvSpPr>
          <p:spPr bwMode="auto">
            <a:xfrm>
              <a:off x="499" y="499"/>
              <a:ext cx="409" cy="953"/>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8449" name="Text Box 25">
            <a:extLst>
              <a:ext uri="{FF2B5EF4-FFF2-40B4-BE49-F238E27FC236}">
                <a16:creationId xmlns:a16="http://schemas.microsoft.com/office/drawing/2014/main" id="{E72D344A-DF3F-C854-F878-6CC490B3EB3A}"/>
              </a:ext>
            </a:extLst>
          </p:cNvPr>
          <p:cNvSpPr txBox="1">
            <a:spLocks noChangeArrowheads="1"/>
          </p:cNvSpPr>
          <p:nvPr/>
        </p:nvSpPr>
        <p:spPr bwMode="auto">
          <a:xfrm>
            <a:off x="3708400" y="1268413"/>
            <a:ext cx="5040313" cy="1854200"/>
          </a:xfrm>
          <a:prstGeom prst="rect">
            <a:avLst/>
          </a:prstGeom>
          <a:solidFill>
            <a:srgbClr val="FFFF99"/>
          </a:solidFill>
          <a:ln w="57150" cmpd="thickThin">
            <a:solidFill>
              <a:srgbClr val="FFCC00"/>
            </a:solidFill>
            <a:miter lim="800000"/>
            <a:headEnd/>
            <a:tailEnd/>
          </a:ln>
          <a:effectLst>
            <a:outerShdw blurRad="63500" dist="107763" dir="18900000" algn="ctr" rotWithShape="0">
              <a:schemeClr val="bg2">
                <a:alpha val="50000"/>
              </a:schemeClr>
            </a:outerShdw>
          </a:effectLst>
        </p:spPr>
        <p:txBody>
          <a:bodyPr>
            <a:spAutoFit/>
          </a:bodyPr>
          <a:lstStyle>
            <a:lvl1pPr>
              <a:defRPr>
                <a:solidFill>
                  <a:schemeClr val="tx1"/>
                </a:solidFill>
                <a:latin typeface="Times New Roman" charset="0"/>
                <a:ea typeface="宋体" charset="0"/>
                <a:cs typeface="宋体" charset="0"/>
              </a:defRPr>
            </a:lvl1pPr>
            <a:lvl2pPr marL="742950" indent="-285750">
              <a:defRPr>
                <a:solidFill>
                  <a:schemeClr val="tx1"/>
                </a:solidFill>
                <a:latin typeface="Times New Roman" charset="0"/>
                <a:ea typeface="宋体" charset="0"/>
              </a:defRPr>
            </a:lvl2pPr>
            <a:lvl3pPr marL="1143000" indent="-228600">
              <a:defRPr>
                <a:solidFill>
                  <a:schemeClr val="tx1"/>
                </a:solidFill>
                <a:latin typeface="Times New Roman" charset="0"/>
                <a:ea typeface="宋体" charset="0"/>
              </a:defRPr>
            </a:lvl3pPr>
            <a:lvl4pPr marL="1600200" indent="-228600">
              <a:defRPr>
                <a:solidFill>
                  <a:schemeClr val="tx1"/>
                </a:solidFill>
                <a:latin typeface="Times New Roman" charset="0"/>
                <a:ea typeface="宋体" charset="0"/>
              </a:defRPr>
            </a:lvl4pPr>
            <a:lvl5pPr marL="2057400" indent="-228600">
              <a:defRPr>
                <a:solidFill>
                  <a:schemeClr val="tx1"/>
                </a:solidFill>
                <a:latin typeface="Times New Roman" charset="0"/>
                <a:ea typeface="宋体" charset="0"/>
              </a:defRPr>
            </a:lvl5pPr>
            <a:lvl6pPr marL="2514600" indent="-228600" eaLnBrk="0" fontAlgn="base" hangingPunct="0">
              <a:spcBef>
                <a:spcPct val="0"/>
              </a:spcBef>
              <a:spcAft>
                <a:spcPct val="0"/>
              </a:spcAft>
              <a:defRPr>
                <a:solidFill>
                  <a:schemeClr val="tx1"/>
                </a:solidFill>
                <a:latin typeface="Times New Roman" charset="0"/>
                <a:ea typeface="宋体" charset="0"/>
              </a:defRPr>
            </a:lvl6pPr>
            <a:lvl7pPr marL="2971800" indent="-228600" eaLnBrk="0" fontAlgn="base" hangingPunct="0">
              <a:spcBef>
                <a:spcPct val="0"/>
              </a:spcBef>
              <a:spcAft>
                <a:spcPct val="0"/>
              </a:spcAft>
              <a:defRPr>
                <a:solidFill>
                  <a:schemeClr val="tx1"/>
                </a:solidFill>
                <a:latin typeface="Times New Roman" charset="0"/>
                <a:ea typeface="宋体" charset="0"/>
              </a:defRPr>
            </a:lvl7pPr>
            <a:lvl8pPr marL="3429000" indent="-228600" eaLnBrk="0" fontAlgn="base" hangingPunct="0">
              <a:spcBef>
                <a:spcPct val="0"/>
              </a:spcBef>
              <a:spcAft>
                <a:spcPct val="0"/>
              </a:spcAft>
              <a:defRPr>
                <a:solidFill>
                  <a:schemeClr val="tx1"/>
                </a:solidFill>
                <a:latin typeface="Times New Roman" charset="0"/>
                <a:ea typeface="宋体" charset="0"/>
              </a:defRPr>
            </a:lvl8pPr>
            <a:lvl9pPr marL="3886200" indent="-228600" eaLnBrk="0" fontAlgn="base" hangingPunct="0">
              <a:spcBef>
                <a:spcPct val="0"/>
              </a:spcBef>
              <a:spcAft>
                <a:spcPct val="0"/>
              </a:spcAft>
              <a:defRPr>
                <a:solidFill>
                  <a:schemeClr val="tx1"/>
                </a:solidFill>
                <a:latin typeface="Times New Roman" charset="0"/>
                <a:ea typeface="宋体" charset="0"/>
              </a:defRPr>
            </a:lvl9pPr>
          </a:lstStyle>
          <a:p>
            <a:pPr>
              <a:spcBef>
                <a:spcPct val="50000"/>
              </a:spcBef>
              <a:defRPr/>
            </a:pPr>
            <a:r>
              <a:rPr lang="en-US" sz="2000" dirty="0"/>
              <a:t>GCD recursion theorem: </a:t>
            </a:r>
          </a:p>
          <a:p>
            <a:pPr>
              <a:spcBef>
                <a:spcPct val="20000"/>
              </a:spcBef>
              <a:defRPr/>
            </a:pPr>
            <a:r>
              <a:rPr lang="en-US" sz="2000" dirty="0"/>
              <a:t>For any nonnegative integer </a:t>
            </a:r>
            <a:r>
              <a:rPr lang="en-US" sz="2000" i="1" dirty="0"/>
              <a:t>a</a:t>
            </a:r>
            <a:r>
              <a:rPr lang="en-US" sz="2000" dirty="0"/>
              <a:t> and positive integer </a:t>
            </a:r>
            <a:r>
              <a:rPr lang="en-US" sz="2000" i="1" dirty="0"/>
              <a:t>b</a:t>
            </a:r>
            <a:r>
              <a:rPr lang="en-US" sz="2000" dirty="0"/>
              <a:t>: </a:t>
            </a:r>
            <a:r>
              <a:rPr lang="en-US" sz="2000" dirty="0" err="1"/>
              <a:t>gcd</a:t>
            </a:r>
            <a:r>
              <a:rPr lang="en-US" sz="2000" dirty="0"/>
              <a:t>(</a:t>
            </a:r>
            <a:r>
              <a:rPr lang="en-US" sz="2000" i="1" dirty="0" err="1"/>
              <a:t>a</a:t>
            </a:r>
            <a:r>
              <a:rPr lang="en-US" sz="2000" dirty="0" err="1"/>
              <a:t>,</a:t>
            </a:r>
            <a:r>
              <a:rPr lang="en-US" sz="2000" i="1" dirty="0" err="1"/>
              <a:t>b</a:t>
            </a:r>
            <a:r>
              <a:rPr lang="en-US" sz="2000" dirty="0"/>
              <a:t>) = </a:t>
            </a:r>
            <a:r>
              <a:rPr lang="en-US" sz="2000" dirty="0" err="1"/>
              <a:t>gcd</a:t>
            </a:r>
            <a:r>
              <a:rPr lang="en-US" sz="2000" dirty="0"/>
              <a:t>(</a:t>
            </a:r>
            <a:r>
              <a:rPr lang="en-US" sz="2000" i="1" dirty="0"/>
              <a:t>b</a:t>
            </a:r>
            <a:r>
              <a:rPr lang="en-US" sz="2000" dirty="0"/>
              <a:t>, (</a:t>
            </a:r>
            <a:r>
              <a:rPr lang="en-US" sz="2000" i="1" dirty="0"/>
              <a:t>a</a:t>
            </a:r>
            <a:r>
              <a:rPr lang="en-US" sz="2000" dirty="0"/>
              <a:t> mod </a:t>
            </a:r>
            <a:r>
              <a:rPr lang="en-US" sz="2000" i="1" dirty="0"/>
              <a:t>b</a:t>
            </a:r>
            <a:r>
              <a:rPr lang="en-US" sz="2000" dirty="0"/>
              <a:t>))</a:t>
            </a:r>
          </a:p>
          <a:p>
            <a:pPr>
              <a:spcBef>
                <a:spcPct val="20000"/>
              </a:spcBef>
              <a:defRPr/>
            </a:pPr>
            <a:r>
              <a:rPr lang="en-US" sz="2000" dirty="0"/>
              <a:t>Proof: </a:t>
            </a:r>
            <a:r>
              <a:rPr lang="en-US" sz="2000" dirty="0" err="1"/>
              <a:t>gcd</a:t>
            </a:r>
            <a:r>
              <a:rPr lang="en-US" sz="2000" dirty="0"/>
              <a:t>(</a:t>
            </a:r>
            <a:r>
              <a:rPr lang="en-US" sz="2000" i="1" dirty="0" err="1"/>
              <a:t>a</a:t>
            </a:r>
            <a:r>
              <a:rPr lang="en-US" sz="2000" dirty="0" err="1"/>
              <a:t>,</a:t>
            </a:r>
            <a:r>
              <a:rPr lang="en-US" sz="2000" i="1" dirty="0" err="1"/>
              <a:t>b</a:t>
            </a:r>
            <a:r>
              <a:rPr lang="en-US" sz="2000" dirty="0"/>
              <a:t>) | </a:t>
            </a:r>
            <a:r>
              <a:rPr lang="en-US" sz="2000" dirty="0" err="1"/>
              <a:t>gcd</a:t>
            </a:r>
            <a:r>
              <a:rPr lang="en-US" sz="2000" dirty="0"/>
              <a:t>(</a:t>
            </a:r>
            <a:r>
              <a:rPr lang="en-US" sz="2000" i="1" dirty="0"/>
              <a:t>b</a:t>
            </a:r>
            <a:r>
              <a:rPr lang="en-US" sz="2000" dirty="0"/>
              <a:t>, (</a:t>
            </a:r>
            <a:r>
              <a:rPr lang="en-US" sz="2000" i="1" dirty="0"/>
              <a:t>a</a:t>
            </a:r>
            <a:r>
              <a:rPr lang="en-US" sz="2000" dirty="0"/>
              <a:t> mod </a:t>
            </a:r>
            <a:r>
              <a:rPr lang="en-US" sz="2000" i="1" dirty="0"/>
              <a:t>b</a:t>
            </a:r>
            <a:r>
              <a:rPr lang="en-US" sz="2000" dirty="0"/>
              <a:t>)),  and </a:t>
            </a:r>
          </a:p>
          <a:p>
            <a:pPr>
              <a:spcBef>
                <a:spcPct val="20000"/>
              </a:spcBef>
              <a:defRPr/>
            </a:pPr>
            <a:r>
              <a:rPr lang="en-US" sz="2000" dirty="0"/>
              <a:t>           </a:t>
            </a:r>
            <a:r>
              <a:rPr lang="en-US" sz="2000" dirty="0" err="1"/>
              <a:t>gcd</a:t>
            </a:r>
            <a:r>
              <a:rPr lang="en-US" sz="2000" dirty="0"/>
              <a:t>(</a:t>
            </a:r>
            <a:r>
              <a:rPr lang="en-US" sz="2000" i="1" dirty="0"/>
              <a:t>b</a:t>
            </a:r>
            <a:r>
              <a:rPr lang="en-US" sz="2000" dirty="0"/>
              <a:t>, (</a:t>
            </a:r>
            <a:r>
              <a:rPr lang="en-US" sz="2000" i="1" dirty="0"/>
              <a:t>a</a:t>
            </a:r>
            <a:r>
              <a:rPr lang="en-US" sz="2000" dirty="0"/>
              <a:t> mod </a:t>
            </a:r>
            <a:r>
              <a:rPr lang="en-US" sz="2000" i="1" dirty="0"/>
              <a:t>b</a:t>
            </a:r>
            <a:r>
              <a:rPr lang="en-US" sz="2000" dirty="0"/>
              <a:t>))  | </a:t>
            </a:r>
            <a:r>
              <a:rPr lang="en-US" sz="2000" dirty="0" err="1"/>
              <a:t>gcd</a:t>
            </a:r>
            <a:r>
              <a:rPr lang="en-US" sz="2000" dirty="0"/>
              <a:t>(</a:t>
            </a:r>
            <a:r>
              <a:rPr lang="en-US" sz="2000" i="1" dirty="0" err="1"/>
              <a:t>a</a:t>
            </a:r>
            <a:r>
              <a:rPr lang="en-US" sz="2000" dirty="0" err="1"/>
              <a:t>,</a:t>
            </a:r>
            <a:r>
              <a:rPr lang="en-US" sz="2000" i="1" dirty="0" err="1"/>
              <a:t>b</a:t>
            </a:r>
            <a:r>
              <a:rPr lang="en-US" sz="2000" dirty="0"/>
              <a:t>) </a:t>
            </a:r>
          </a:p>
        </p:txBody>
      </p:sp>
    </p:spTree>
  </p:cSld>
  <p:clrMapOvr>
    <a:masterClrMapping/>
  </p:clrMapOvr>
  <p:transition>
    <p:cover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ppt_x"/>
                                          </p:val>
                                        </p:tav>
                                        <p:tav tm="100000">
                                          <p:val>
                                            <p:strVal val="#ppt_x"/>
                                          </p:val>
                                        </p:tav>
                                      </p:tavLst>
                                    </p:anim>
                                    <p:anim calcmode="lin" valueType="num">
                                      <p:cBhvr additive="base">
                                        <p:cTn id="8"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442"/>
                                        </p:tgtEl>
                                        <p:attrNameLst>
                                          <p:attrName>style.visibility</p:attrName>
                                        </p:attrNameLst>
                                      </p:cBhvr>
                                      <p:to>
                                        <p:strVal val="visible"/>
                                      </p:to>
                                    </p:set>
                                    <p:anim calcmode="lin" valueType="num">
                                      <p:cBhvr additive="base">
                                        <p:cTn id="13" dur="500" fill="hold"/>
                                        <p:tgtEl>
                                          <p:spTgt spid="18442"/>
                                        </p:tgtEl>
                                        <p:attrNameLst>
                                          <p:attrName>ppt_x</p:attrName>
                                        </p:attrNameLst>
                                      </p:cBhvr>
                                      <p:tavLst>
                                        <p:tav tm="0">
                                          <p:val>
                                            <p:strVal val="#ppt_x"/>
                                          </p:val>
                                        </p:tav>
                                        <p:tav tm="100000">
                                          <p:val>
                                            <p:strVal val="#ppt_x"/>
                                          </p:val>
                                        </p:tav>
                                      </p:tavLst>
                                    </p:anim>
                                    <p:anim calcmode="lin" valueType="num">
                                      <p:cBhvr additive="base">
                                        <p:cTn id="14" dur="500" fill="hold"/>
                                        <p:tgtEl>
                                          <p:spTgt spid="1844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0" presetClass="entr" presetSubtype="0" fill="hold" grpId="0" nodeType="clickEffect">
                                  <p:stCondLst>
                                    <p:cond delay="0"/>
                                  </p:stCondLst>
                                  <p:childTnLst>
                                    <p:set>
                                      <p:cBhvr>
                                        <p:cTn id="18" dur="1" fill="hold">
                                          <p:stCondLst>
                                            <p:cond delay="0"/>
                                          </p:stCondLst>
                                        </p:cTn>
                                        <p:tgtEl>
                                          <p:spTgt spid="18449"/>
                                        </p:tgtEl>
                                        <p:attrNameLst>
                                          <p:attrName>style.visibility</p:attrName>
                                        </p:attrNameLst>
                                      </p:cBhvr>
                                      <p:to>
                                        <p:strVal val="visible"/>
                                      </p:to>
                                    </p:set>
                                    <p:animEffect transition="in" filter="wedge">
                                      <p:cBhvr>
                                        <p:cTn id="19" dur="2000"/>
                                        <p:tgtEl>
                                          <p:spTgt spid="18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9"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4C8A094B-E213-5A59-51CF-FFD4C863BEF6}"/>
              </a:ext>
            </a:extLst>
          </p:cNvPr>
          <p:cNvSpPr>
            <a:spLocks noGrp="1" noChangeArrowheads="1"/>
          </p:cNvSpPr>
          <p:nvPr>
            <p:ph type="title" idx="4294967295"/>
          </p:nvPr>
        </p:nvSpPr>
        <p:spPr/>
        <p:txBody>
          <a:bodyPr/>
          <a:lstStyle/>
          <a:p>
            <a:pPr eaLnBrk="1" hangingPunct="1"/>
            <a:r>
              <a:rPr kumimoji="0" lang="en-US" altLang="zh-CN"/>
              <a:t>How to Measure?</a:t>
            </a:r>
          </a:p>
        </p:txBody>
      </p:sp>
      <p:sp>
        <p:nvSpPr>
          <p:cNvPr id="47106" name="Rectangle 3">
            <a:extLst>
              <a:ext uri="{FF2B5EF4-FFF2-40B4-BE49-F238E27FC236}">
                <a16:creationId xmlns:a16="http://schemas.microsoft.com/office/drawing/2014/main" id="{1BADA02B-F31E-F797-623B-DFD131302B67}"/>
              </a:ext>
            </a:extLst>
          </p:cNvPr>
          <p:cNvSpPr>
            <a:spLocks noGrp="1" noChangeArrowheads="1"/>
          </p:cNvSpPr>
          <p:nvPr>
            <p:ph type="body" idx="4294967295"/>
          </p:nvPr>
        </p:nvSpPr>
        <p:spPr/>
        <p:txBody>
          <a:bodyPr/>
          <a:lstStyle/>
          <a:p>
            <a:pPr eaLnBrk="1" hangingPunct="1">
              <a:lnSpc>
                <a:spcPct val="90000"/>
              </a:lnSpc>
            </a:pPr>
            <a:r>
              <a:rPr kumimoji="0" lang="en-US" altLang="zh-CN"/>
              <a:t>Not too general</a:t>
            </a:r>
          </a:p>
          <a:p>
            <a:pPr lvl="1" eaLnBrk="1" hangingPunct="1">
              <a:lnSpc>
                <a:spcPct val="90000"/>
              </a:lnSpc>
            </a:pPr>
            <a:r>
              <a:rPr kumimoji="0" lang="en-US" altLang="zh-CN"/>
              <a:t>Giving some indication to make useful comparison for algorithms</a:t>
            </a:r>
          </a:p>
          <a:p>
            <a:pPr eaLnBrk="1" hangingPunct="1">
              <a:lnSpc>
                <a:spcPct val="90000"/>
              </a:lnSpc>
            </a:pPr>
            <a:r>
              <a:rPr kumimoji="0" lang="en-US" altLang="zh-CN"/>
              <a:t>Not too precise</a:t>
            </a:r>
          </a:p>
          <a:p>
            <a:pPr lvl="1" eaLnBrk="1" hangingPunct="1">
              <a:lnSpc>
                <a:spcPct val="90000"/>
              </a:lnSpc>
            </a:pPr>
            <a:r>
              <a:rPr kumimoji="0" lang="en-US" altLang="zh-CN"/>
              <a:t>Machine independent</a:t>
            </a:r>
          </a:p>
          <a:p>
            <a:pPr lvl="1" eaLnBrk="1" hangingPunct="1">
              <a:lnSpc>
                <a:spcPct val="90000"/>
              </a:lnSpc>
            </a:pPr>
            <a:r>
              <a:rPr kumimoji="0" lang="en-US" altLang="zh-CN"/>
              <a:t>Language independent</a:t>
            </a:r>
          </a:p>
          <a:p>
            <a:pPr lvl="1" eaLnBrk="1" hangingPunct="1">
              <a:lnSpc>
                <a:spcPct val="90000"/>
              </a:lnSpc>
            </a:pPr>
            <a:r>
              <a:rPr kumimoji="0" lang="en-US" altLang="zh-CN"/>
              <a:t>Programming style independent</a:t>
            </a:r>
          </a:p>
          <a:p>
            <a:pPr lvl="1" eaLnBrk="1" hangingPunct="1">
              <a:lnSpc>
                <a:spcPct val="90000"/>
              </a:lnSpc>
            </a:pPr>
            <a:r>
              <a:rPr kumimoji="0" lang="en-US" altLang="zh-CN"/>
              <a:t>Implementation independent</a:t>
            </a:r>
          </a:p>
        </p:txBody>
      </p:sp>
    </p:spTree>
  </p:cSld>
  <p:clrMapOvr>
    <a:masterClrMapping/>
  </p:clrMapOvr>
  <p:transition>
    <p:cover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A54ADE2E-DDCE-1445-6121-63918FBAD2B9}"/>
              </a:ext>
            </a:extLst>
          </p:cNvPr>
          <p:cNvSpPr>
            <a:spLocks noGrp="1" noChangeArrowheads="1"/>
          </p:cNvSpPr>
          <p:nvPr>
            <p:ph type="title" idx="4294967295"/>
          </p:nvPr>
        </p:nvSpPr>
        <p:spPr/>
        <p:txBody>
          <a:bodyPr/>
          <a:lstStyle/>
          <a:p>
            <a:pPr eaLnBrk="1" hangingPunct="1"/>
            <a:r>
              <a:rPr kumimoji="0" lang="en-US" altLang="zh-CN"/>
              <a:t>Focusing the View</a:t>
            </a:r>
          </a:p>
        </p:txBody>
      </p:sp>
      <p:sp>
        <p:nvSpPr>
          <p:cNvPr id="48130" name="Rectangle 3">
            <a:extLst>
              <a:ext uri="{FF2B5EF4-FFF2-40B4-BE49-F238E27FC236}">
                <a16:creationId xmlns:a16="http://schemas.microsoft.com/office/drawing/2014/main" id="{B1CDA502-D70E-164E-D330-723D38FC6B74}"/>
              </a:ext>
            </a:extLst>
          </p:cNvPr>
          <p:cNvSpPr>
            <a:spLocks noGrp="1" noChangeArrowheads="1"/>
          </p:cNvSpPr>
          <p:nvPr>
            <p:ph type="body" idx="4294967295"/>
          </p:nvPr>
        </p:nvSpPr>
        <p:spPr/>
        <p:txBody>
          <a:bodyPr/>
          <a:lstStyle/>
          <a:p>
            <a:pPr marL="0" indent="0" eaLnBrk="1" hangingPunct="1">
              <a:lnSpc>
                <a:spcPct val="90000"/>
              </a:lnSpc>
              <a:buFont typeface="Wingdings" pitchFamily="2" charset="2"/>
              <a:buNone/>
            </a:pPr>
            <a:r>
              <a:rPr kumimoji="0" lang="en-US" altLang="zh-CN"/>
              <a:t>The operation of interest</a:t>
            </a:r>
          </a:p>
          <a:p>
            <a:pPr lvl="1" eaLnBrk="1" hangingPunct="1">
              <a:lnSpc>
                <a:spcPct val="90000"/>
              </a:lnSpc>
            </a:pPr>
            <a:r>
              <a:rPr kumimoji="0" lang="en-US" altLang="zh-CN"/>
              <a:t>Search or sorting an array	comparison</a:t>
            </a:r>
          </a:p>
          <a:p>
            <a:pPr lvl="1" eaLnBrk="1" hangingPunct="1">
              <a:lnSpc>
                <a:spcPct val="90000"/>
              </a:lnSpc>
            </a:pPr>
            <a:r>
              <a:rPr kumimoji="0" lang="en-US" altLang="zh-CN"/>
              <a:t>Multiply 2 matrices		multiplication</a:t>
            </a:r>
          </a:p>
          <a:p>
            <a:pPr lvl="1" eaLnBrk="1" hangingPunct="1">
              <a:lnSpc>
                <a:spcPct val="90000"/>
              </a:lnSpc>
            </a:pPr>
            <a:r>
              <a:rPr kumimoji="0" lang="en-US" altLang="zh-CN"/>
              <a:t>Find the gcd			bits of the inputs</a:t>
            </a:r>
          </a:p>
          <a:p>
            <a:pPr lvl="1" eaLnBrk="1" hangingPunct="1">
              <a:lnSpc>
                <a:spcPct val="90000"/>
              </a:lnSpc>
            </a:pPr>
            <a:r>
              <a:rPr kumimoji="0" lang="en-US" altLang="zh-CN"/>
              <a:t>Traverse a tree	   	processing an edge</a:t>
            </a:r>
          </a:p>
          <a:p>
            <a:pPr lvl="1" eaLnBrk="1" hangingPunct="1">
              <a:lnSpc>
                <a:spcPct val="90000"/>
              </a:lnSpc>
            </a:pPr>
            <a:r>
              <a:rPr kumimoji="0" lang="en-US" altLang="zh-CN"/>
              <a:t>Non-iterative procedure	procedure invocation</a:t>
            </a:r>
          </a:p>
        </p:txBody>
      </p:sp>
    </p:spTree>
  </p:cSld>
  <p:clrMapOvr>
    <a:masterClrMapping/>
  </p:clrMapOvr>
  <p:transition>
    <p:cover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3F72F8A7-DD66-A3EA-945B-89F3541AC775}"/>
              </a:ext>
            </a:extLst>
          </p:cNvPr>
          <p:cNvSpPr>
            <a:spLocks noGrp="1" noChangeArrowheads="1"/>
          </p:cNvSpPr>
          <p:nvPr>
            <p:ph type="title" idx="4294967295"/>
          </p:nvPr>
        </p:nvSpPr>
        <p:spPr/>
        <p:txBody>
          <a:bodyPr/>
          <a:lstStyle/>
          <a:p>
            <a:pPr eaLnBrk="1" hangingPunct="1"/>
            <a:r>
              <a:rPr kumimoji="0" lang="en-US" altLang="zh-CN"/>
              <a:t>Presenting the Analysis Results</a:t>
            </a:r>
          </a:p>
        </p:txBody>
      </p:sp>
      <p:sp>
        <p:nvSpPr>
          <p:cNvPr id="49154" name="Rectangle 3">
            <a:extLst>
              <a:ext uri="{FF2B5EF4-FFF2-40B4-BE49-F238E27FC236}">
                <a16:creationId xmlns:a16="http://schemas.microsoft.com/office/drawing/2014/main" id="{3F8C0C65-B389-F25E-C129-358B90ECDCB9}"/>
              </a:ext>
            </a:extLst>
          </p:cNvPr>
          <p:cNvSpPr>
            <a:spLocks noGrp="1" noChangeArrowheads="1"/>
          </p:cNvSpPr>
          <p:nvPr>
            <p:ph type="body" idx="4294967295"/>
          </p:nvPr>
        </p:nvSpPr>
        <p:spPr/>
        <p:txBody>
          <a:bodyPr/>
          <a:lstStyle/>
          <a:p>
            <a:pPr eaLnBrk="1" hangingPunct="1"/>
            <a:r>
              <a:rPr kumimoji="0" lang="en-US" altLang="zh-CN"/>
              <a:t>Amount of work done usually depends on the size of the inputs</a:t>
            </a:r>
          </a:p>
          <a:p>
            <a:pPr eaLnBrk="1" hangingPunct="1"/>
            <a:endParaRPr kumimoji="0" lang="en-US" altLang="zh-CN"/>
          </a:p>
          <a:p>
            <a:pPr eaLnBrk="1" hangingPunct="1"/>
            <a:r>
              <a:rPr kumimoji="0" lang="en-US" altLang="zh-CN"/>
              <a:t>Amount of work done usually doesn</a:t>
            </a:r>
            <a:r>
              <a:rPr kumimoji="0" lang="en-US" altLang="en-US"/>
              <a:t>’</a:t>
            </a:r>
            <a:r>
              <a:rPr kumimoji="0" lang="en-US" altLang="zh-CN"/>
              <a:t>t depend on the size solely</a:t>
            </a:r>
          </a:p>
        </p:txBody>
      </p:sp>
    </p:spTree>
  </p:cSld>
  <p:clrMapOvr>
    <a:masterClrMapping/>
  </p:clrMapOvr>
  <p:transition>
    <p:cover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2A987C77-5781-86EA-1B01-76BDEB88EA17}"/>
              </a:ext>
            </a:extLst>
          </p:cNvPr>
          <p:cNvSpPr>
            <a:spLocks noGrp="1" noChangeArrowheads="1"/>
          </p:cNvSpPr>
          <p:nvPr>
            <p:ph type="title" idx="4294967295"/>
          </p:nvPr>
        </p:nvSpPr>
        <p:spPr/>
        <p:txBody>
          <a:bodyPr/>
          <a:lstStyle/>
          <a:p>
            <a:pPr eaLnBrk="1" hangingPunct="1"/>
            <a:r>
              <a:rPr kumimoji="0" lang="en-US" altLang="zh-CN"/>
              <a:t>Worst-case Complexity</a:t>
            </a:r>
          </a:p>
        </p:txBody>
      </p:sp>
      <p:sp>
        <p:nvSpPr>
          <p:cNvPr id="50178" name="Rectangle 3">
            <a:extLst>
              <a:ext uri="{FF2B5EF4-FFF2-40B4-BE49-F238E27FC236}">
                <a16:creationId xmlns:a16="http://schemas.microsoft.com/office/drawing/2014/main" id="{37301F3C-0E4C-04A1-0551-760B5D6637BB}"/>
              </a:ext>
            </a:extLst>
          </p:cNvPr>
          <p:cNvSpPr>
            <a:spLocks noGrp="1" noChangeArrowheads="1"/>
          </p:cNvSpPr>
          <p:nvPr>
            <p:ph type="body" idx="4294967295"/>
          </p:nvPr>
        </p:nvSpPr>
        <p:spPr/>
        <p:txBody>
          <a:bodyPr/>
          <a:lstStyle/>
          <a:p>
            <a:pPr eaLnBrk="1" hangingPunct="1">
              <a:lnSpc>
                <a:spcPct val="90000"/>
              </a:lnSpc>
            </a:pPr>
            <a:r>
              <a:rPr kumimoji="0" lang="en-US" altLang="zh-CN"/>
              <a:t>Worst-case complexity,  of a specified algorithm </a:t>
            </a:r>
            <a:r>
              <a:rPr kumimoji="0" lang="en-US" altLang="zh-CN" i="1"/>
              <a:t>A </a:t>
            </a:r>
            <a:r>
              <a:rPr kumimoji="0" lang="en-US" altLang="zh-CN"/>
              <a:t>for a specified problem </a:t>
            </a:r>
            <a:r>
              <a:rPr kumimoji="0" lang="en-US" altLang="zh-CN" i="1"/>
              <a:t>P</a:t>
            </a:r>
            <a:r>
              <a:rPr kumimoji="0" lang="en-US" altLang="zh-CN"/>
              <a:t> of size n:</a:t>
            </a:r>
          </a:p>
          <a:p>
            <a:pPr lvl="1" eaLnBrk="1" hangingPunct="1">
              <a:lnSpc>
                <a:spcPct val="90000"/>
              </a:lnSpc>
            </a:pPr>
            <a:r>
              <a:rPr kumimoji="0" lang="en-US" altLang="zh-CN"/>
              <a:t>Giving the maximum number of operations performed by </a:t>
            </a:r>
            <a:r>
              <a:rPr kumimoji="0" lang="en-US" altLang="zh-CN" i="1"/>
              <a:t>A</a:t>
            </a:r>
            <a:r>
              <a:rPr kumimoji="0" lang="en-US" altLang="zh-CN"/>
              <a:t> on any input of size n</a:t>
            </a:r>
          </a:p>
          <a:p>
            <a:pPr lvl="1" eaLnBrk="1" hangingPunct="1">
              <a:lnSpc>
                <a:spcPct val="90000"/>
              </a:lnSpc>
            </a:pPr>
            <a:r>
              <a:rPr kumimoji="0" lang="en-US" altLang="zh-CN"/>
              <a:t>Being a function of n</a:t>
            </a:r>
          </a:p>
          <a:p>
            <a:pPr lvl="1" eaLnBrk="1" hangingPunct="1">
              <a:lnSpc>
                <a:spcPct val="90000"/>
              </a:lnSpc>
            </a:pPr>
            <a:r>
              <a:rPr kumimoji="0" lang="en-US" altLang="zh-CN"/>
              <a:t>Denoted as W(n)</a:t>
            </a:r>
          </a:p>
          <a:p>
            <a:pPr eaLnBrk="1" hangingPunct="1">
              <a:lnSpc>
                <a:spcPct val="90000"/>
              </a:lnSpc>
              <a:spcBef>
                <a:spcPct val="50000"/>
              </a:spcBef>
            </a:pPr>
            <a:r>
              <a:rPr kumimoji="0" lang="en-US" altLang="zh-CN" i="1"/>
              <a:t>W</a:t>
            </a:r>
            <a:r>
              <a:rPr kumimoji="0" lang="en-US" altLang="zh-CN"/>
              <a:t>(</a:t>
            </a:r>
            <a:r>
              <a:rPr kumimoji="0" lang="en-US" altLang="zh-CN" i="1"/>
              <a:t>n</a:t>
            </a:r>
            <a:r>
              <a:rPr kumimoji="0" lang="en-US" altLang="zh-CN"/>
              <a:t>)=max{</a:t>
            </a:r>
            <a:r>
              <a:rPr kumimoji="0" lang="en-US" altLang="zh-CN" i="1"/>
              <a:t>t</a:t>
            </a:r>
            <a:r>
              <a:rPr kumimoji="0" lang="en-US" altLang="zh-CN"/>
              <a:t>(</a:t>
            </a:r>
            <a:r>
              <a:rPr kumimoji="0" lang="en-US" altLang="zh-CN" i="1"/>
              <a:t>I</a:t>
            </a:r>
            <a:r>
              <a:rPr kumimoji="0" lang="en-US" altLang="zh-CN"/>
              <a:t>) | </a:t>
            </a:r>
            <a:r>
              <a:rPr kumimoji="0" lang="en-US" altLang="zh-CN" i="1"/>
              <a:t>I</a:t>
            </a:r>
            <a:r>
              <a:rPr kumimoji="0" lang="en-US" altLang="zh-CN">
                <a:sym typeface="Symbol" pitchFamily="2" charset="2"/>
              </a:rPr>
              <a:t></a:t>
            </a:r>
            <a:r>
              <a:rPr kumimoji="0" lang="en-US" altLang="zh-CN" i="1">
                <a:sym typeface="Symbol" pitchFamily="2" charset="2"/>
              </a:rPr>
              <a:t>D</a:t>
            </a:r>
            <a:r>
              <a:rPr kumimoji="0" lang="en-US" altLang="zh-CN" baseline="-25000">
                <a:sym typeface="Symbol" pitchFamily="2" charset="2"/>
              </a:rPr>
              <a:t>n</a:t>
            </a:r>
            <a:r>
              <a:rPr kumimoji="0" lang="en-US" altLang="zh-CN">
                <a:sym typeface="Symbol" pitchFamily="2" charset="2"/>
              </a:rPr>
              <a:t>}, </a:t>
            </a:r>
            <a:r>
              <a:rPr kumimoji="0" lang="en-US" altLang="zh-CN" i="1">
                <a:sym typeface="Symbol" pitchFamily="2" charset="2"/>
              </a:rPr>
              <a:t>D</a:t>
            </a:r>
            <a:r>
              <a:rPr kumimoji="0" lang="en-US" altLang="zh-CN" baseline="-25000">
                <a:sym typeface="Symbol" pitchFamily="2" charset="2"/>
              </a:rPr>
              <a:t>n</a:t>
            </a:r>
            <a:r>
              <a:rPr kumimoji="0" lang="en-US" altLang="zh-CN">
                <a:sym typeface="Symbol" pitchFamily="2" charset="2"/>
              </a:rPr>
              <a:t> is the set of input</a:t>
            </a:r>
            <a:endParaRPr kumimoji="0" lang="en-US" altLang="zh-CN" baseline="-25000">
              <a:sym typeface="Symbol" pitchFamily="2" charset="2"/>
            </a:endParaRPr>
          </a:p>
        </p:txBody>
      </p:sp>
    </p:spTree>
  </p:cSld>
  <p:clrMapOvr>
    <a:masterClrMapping/>
  </p:clrMapOvr>
  <p:transition>
    <p:cover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48E5BD3F-2D83-EAAB-5B0C-365F16A6A232}"/>
              </a:ext>
            </a:extLst>
          </p:cNvPr>
          <p:cNvSpPr>
            <a:spLocks noGrp="1" noChangeArrowheads="1"/>
          </p:cNvSpPr>
          <p:nvPr>
            <p:ph type="title" idx="4294967295"/>
          </p:nvPr>
        </p:nvSpPr>
        <p:spPr/>
        <p:txBody>
          <a:bodyPr/>
          <a:lstStyle/>
          <a:p>
            <a:pPr eaLnBrk="1" hangingPunct="1"/>
            <a:r>
              <a:rPr kumimoji="0" lang="en-US" altLang="zh-CN"/>
              <a:t>Worst-Case Complexity of Euclid</a:t>
            </a:r>
            <a:r>
              <a:rPr kumimoji="0" lang="en-US" altLang="en-US"/>
              <a:t>’</a:t>
            </a:r>
            <a:r>
              <a:rPr kumimoji="0" lang="en-US" altLang="zh-CN"/>
              <a:t>s</a:t>
            </a:r>
          </a:p>
        </p:txBody>
      </p:sp>
      <p:sp>
        <p:nvSpPr>
          <p:cNvPr id="51202" name="Rectangle 7">
            <a:extLst>
              <a:ext uri="{FF2B5EF4-FFF2-40B4-BE49-F238E27FC236}">
                <a16:creationId xmlns:a16="http://schemas.microsoft.com/office/drawing/2014/main" id="{508CDD8C-406B-4A8E-FF6B-9F3CCF441E06}"/>
              </a:ext>
            </a:extLst>
          </p:cNvPr>
          <p:cNvSpPr>
            <a:spLocks noGrp="1" noChangeArrowheads="1"/>
          </p:cNvSpPr>
          <p:nvPr>
            <p:ph type="body" sz="half" idx="4294967295"/>
          </p:nvPr>
        </p:nvSpPr>
        <p:spPr>
          <a:xfrm>
            <a:off x="328613" y="1941513"/>
            <a:ext cx="8275637" cy="4114800"/>
          </a:xfrm>
        </p:spPr>
        <p:txBody>
          <a:bodyPr/>
          <a:lstStyle/>
          <a:p>
            <a:pPr eaLnBrk="1" hangingPunct="1"/>
            <a:endParaRPr kumimoji="0" lang="zh-CN" altLang="en-US" sz="2800"/>
          </a:p>
          <a:p>
            <a:pPr eaLnBrk="1" hangingPunct="1"/>
            <a:endParaRPr kumimoji="0" lang="zh-CN" altLang="en-US" sz="2800"/>
          </a:p>
          <a:p>
            <a:pPr eaLnBrk="1" hangingPunct="1"/>
            <a:endParaRPr kumimoji="0" lang="zh-CN" altLang="en-US" sz="2800"/>
          </a:p>
          <a:p>
            <a:pPr eaLnBrk="1" hangingPunct="1"/>
            <a:endParaRPr kumimoji="0" lang="en-US" altLang="zh-CN" sz="2000"/>
          </a:p>
          <a:p>
            <a:pPr eaLnBrk="1" hangingPunct="1"/>
            <a:r>
              <a:rPr kumimoji="0" lang="en-US" altLang="zh-CN" sz="2400"/>
              <a:t>For any integer </a:t>
            </a:r>
            <a:r>
              <a:rPr kumimoji="0" lang="en-US" altLang="zh-CN" sz="2400" i="1"/>
              <a:t>k</a:t>
            </a:r>
            <a:r>
              <a:rPr kumimoji="0" lang="en-US" altLang="zh-CN" sz="2400">
                <a:sym typeface="Symbol" pitchFamily="2" charset="2"/>
              </a:rPr>
              <a:t>1, if </a:t>
            </a:r>
            <a:r>
              <a:rPr kumimoji="0" lang="en-US" altLang="zh-CN" sz="2400" i="1">
                <a:sym typeface="Symbol" pitchFamily="2" charset="2"/>
              </a:rPr>
              <a:t>m</a:t>
            </a:r>
            <a:r>
              <a:rPr kumimoji="0" lang="en-US" altLang="zh-CN" sz="2400">
                <a:sym typeface="Symbol" pitchFamily="2" charset="2"/>
              </a:rPr>
              <a:t>&gt;</a:t>
            </a:r>
            <a:r>
              <a:rPr kumimoji="0" lang="en-US" altLang="zh-CN" sz="2400" i="1">
                <a:sym typeface="Symbol" pitchFamily="2" charset="2"/>
              </a:rPr>
              <a:t>n</a:t>
            </a:r>
            <a:r>
              <a:rPr kumimoji="0" lang="en-US" altLang="zh-CN" sz="2400">
                <a:sym typeface="Symbol" pitchFamily="2" charset="2"/>
              </a:rPr>
              <a:t>1 and </a:t>
            </a:r>
            <a:r>
              <a:rPr kumimoji="0" lang="en-US" altLang="zh-CN" sz="2400" i="1">
                <a:sym typeface="Symbol" pitchFamily="2" charset="2"/>
              </a:rPr>
              <a:t>n</a:t>
            </a:r>
            <a:r>
              <a:rPr kumimoji="0" lang="en-US" altLang="zh-CN" sz="2400">
                <a:sym typeface="Symbol" pitchFamily="2" charset="2"/>
              </a:rPr>
              <a:t>&lt;</a:t>
            </a:r>
            <a:r>
              <a:rPr kumimoji="0" lang="en-US" altLang="zh-CN" sz="2400" i="1">
                <a:sym typeface="Symbol" pitchFamily="2" charset="2"/>
              </a:rPr>
              <a:t>F</a:t>
            </a:r>
            <a:r>
              <a:rPr kumimoji="0" lang="en-US" altLang="zh-CN" sz="2400" baseline="-25000">
                <a:sym typeface="Symbol" pitchFamily="2" charset="2"/>
              </a:rPr>
              <a:t>k+1</a:t>
            </a:r>
            <a:r>
              <a:rPr kumimoji="0" lang="en-US" altLang="zh-CN" sz="2400">
                <a:sym typeface="Symbol" pitchFamily="2" charset="2"/>
              </a:rPr>
              <a:t>, then the call Euclid(</a:t>
            </a:r>
            <a:r>
              <a:rPr kumimoji="0" lang="en-US" altLang="zh-CN" sz="2400" i="1">
                <a:sym typeface="Symbol" pitchFamily="2" charset="2"/>
              </a:rPr>
              <a:t>m,n</a:t>
            </a:r>
            <a:r>
              <a:rPr kumimoji="0" lang="en-US" altLang="zh-CN" sz="2400">
                <a:sym typeface="Symbol" pitchFamily="2" charset="2"/>
              </a:rPr>
              <a:t>) makes </a:t>
            </a:r>
            <a:r>
              <a:rPr kumimoji="0" lang="en-US" altLang="zh-CN" sz="2400" b="1">
                <a:solidFill>
                  <a:srgbClr val="FF3300"/>
                </a:solidFill>
                <a:sym typeface="Symbol" pitchFamily="2" charset="2"/>
              </a:rPr>
              <a:t>fewer</a:t>
            </a:r>
            <a:r>
              <a:rPr kumimoji="0" lang="en-US" altLang="zh-CN" sz="2400">
                <a:sym typeface="Symbol" pitchFamily="2" charset="2"/>
              </a:rPr>
              <a:t> than </a:t>
            </a:r>
            <a:r>
              <a:rPr kumimoji="0" lang="en-US" altLang="zh-CN" sz="2400" i="1">
                <a:sym typeface="Symbol" pitchFamily="2" charset="2"/>
              </a:rPr>
              <a:t>k</a:t>
            </a:r>
            <a:r>
              <a:rPr kumimoji="0" lang="en-US" altLang="zh-CN" sz="2400">
                <a:sym typeface="Symbol" pitchFamily="2" charset="2"/>
              </a:rPr>
              <a:t> recursive calls. (to be proved)</a:t>
            </a:r>
          </a:p>
          <a:p>
            <a:pPr lvl="1" eaLnBrk="1" hangingPunct="1"/>
            <a:r>
              <a:rPr kumimoji="0" lang="en-US" altLang="zh-CN" sz="2400">
                <a:sym typeface="Symbol" pitchFamily="2" charset="2"/>
              </a:rPr>
              <a:t>Since </a:t>
            </a:r>
            <a:r>
              <a:rPr kumimoji="0" lang="en-US" altLang="zh-CN" sz="2400" i="1">
                <a:sym typeface="Symbol" pitchFamily="2" charset="2"/>
              </a:rPr>
              <a:t>F</a:t>
            </a:r>
            <a:r>
              <a:rPr kumimoji="0" lang="en-US" altLang="zh-CN" sz="2400" baseline="-25000">
                <a:sym typeface="Symbol" pitchFamily="2" charset="2"/>
              </a:rPr>
              <a:t>k</a:t>
            </a:r>
            <a:r>
              <a:rPr kumimoji="0" lang="en-US" altLang="zh-CN" sz="2400">
                <a:sym typeface="Symbol" pitchFamily="2" charset="2"/>
              </a:rPr>
              <a:t> is approximately               , the number of recursive calls in Euclid is </a:t>
            </a:r>
            <a:r>
              <a:rPr kumimoji="0" lang="en-US" altLang="zh-CN" sz="2400" i="1">
                <a:sym typeface="Symbol" pitchFamily="2" charset="2"/>
              </a:rPr>
              <a:t>O</a:t>
            </a:r>
            <a:r>
              <a:rPr kumimoji="0" lang="en-US" altLang="zh-CN" sz="2400">
                <a:sym typeface="Symbol" pitchFamily="2" charset="2"/>
              </a:rPr>
              <a:t>(lg</a:t>
            </a:r>
            <a:r>
              <a:rPr kumimoji="0" lang="en-US" altLang="zh-CN" sz="2400" i="1">
                <a:sym typeface="Symbol" pitchFamily="2" charset="2"/>
              </a:rPr>
              <a:t>n</a:t>
            </a:r>
            <a:r>
              <a:rPr kumimoji="0" lang="en-US" altLang="zh-CN" sz="2400">
                <a:sym typeface="Symbol" pitchFamily="2" charset="2"/>
              </a:rPr>
              <a:t>).</a:t>
            </a:r>
          </a:p>
        </p:txBody>
      </p:sp>
      <p:sp>
        <p:nvSpPr>
          <p:cNvPr id="23556" name="Text Box 4">
            <a:extLst>
              <a:ext uri="{FF2B5EF4-FFF2-40B4-BE49-F238E27FC236}">
                <a16:creationId xmlns:a16="http://schemas.microsoft.com/office/drawing/2014/main" id="{9D510FEB-B530-CF51-765D-CB3FD8640CBD}"/>
              </a:ext>
            </a:extLst>
          </p:cNvPr>
          <p:cNvSpPr txBox="1">
            <a:spLocks noChangeArrowheads="1"/>
          </p:cNvSpPr>
          <p:nvPr/>
        </p:nvSpPr>
        <p:spPr bwMode="auto">
          <a:xfrm>
            <a:off x="1042988" y="2133600"/>
            <a:ext cx="4968875" cy="1609725"/>
          </a:xfrm>
          <a:prstGeom prst="rect">
            <a:avLst/>
          </a:prstGeom>
          <a:gradFill rotWithShape="1">
            <a:gsLst>
              <a:gs pos="0">
                <a:srgbClr val="FFFF99"/>
              </a:gs>
              <a:gs pos="100000">
                <a:srgbClr val="AAAA66"/>
              </a:gs>
            </a:gsLst>
            <a:path path="shape">
              <a:fillToRect l="50000" t="50000" r="50000" b="50000"/>
            </a:path>
          </a:gradFill>
          <a:ln w="57150" cmpd="thickThin">
            <a:solidFill>
              <a:srgbClr val="FFFF99"/>
            </a:solidFill>
            <a:miter lim="800000"/>
            <a:headEnd/>
            <a:tailEnd/>
          </a:ln>
          <a:effectLst>
            <a:outerShdw blurRad="63500" dist="107763" dir="13500000" algn="ctr" rotWithShape="0">
              <a:schemeClr val="bg2">
                <a:alpha val="50000"/>
              </a:schemeClr>
            </a:outerShdw>
          </a:effectLst>
        </p:spPr>
        <p:txBody>
          <a:bodyPr>
            <a:spAutoFit/>
          </a:bodyPr>
          <a:lstStyle>
            <a:lvl1pPr>
              <a:defRPr>
                <a:solidFill>
                  <a:schemeClr val="tx1"/>
                </a:solidFill>
                <a:latin typeface="Times New Roman" charset="0"/>
                <a:ea typeface="宋体" charset="0"/>
                <a:cs typeface="宋体" charset="0"/>
              </a:defRPr>
            </a:lvl1pPr>
            <a:lvl2pPr marL="742950" indent="-285750">
              <a:defRPr>
                <a:solidFill>
                  <a:schemeClr val="tx1"/>
                </a:solidFill>
                <a:latin typeface="Times New Roman" charset="0"/>
                <a:ea typeface="宋体" charset="0"/>
              </a:defRPr>
            </a:lvl2pPr>
            <a:lvl3pPr marL="1143000" indent="-228600">
              <a:defRPr>
                <a:solidFill>
                  <a:schemeClr val="tx1"/>
                </a:solidFill>
                <a:latin typeface="Times New Roman" charset="0"/>
                <a:ea typeface="宋体" charset="0"/>
              </a:defRPr>
            </a:lvl3pPr>
            <a:lvl4pPr marL="1600200" indent="-228600">
              <a:defRPr>
                <a:solidFill>
                  <a:schemeClr val="tx1"/>
                </a:solidFill>
                <a:latin typeface="Times New Roman" charset="0"/>
                <a:ea typeface="宋体" charset="0"/>
              </a:defRPr>
            </a:lvl4pPr>
            <a:lvl5pPr marL="2057400" indent="-228600">
              <a:defRPr>
                <a:solidFill>
                  <a:schemeClr val="tx1"/>
                </a:solidFill>
                <a:latin typeface="Times New Roman" charset="0"/>
                <a:ea typeface="宋体" charset="0"/>
              </a:defRPr>
            </a:lvl5pPr>
            <a:lvl6pPr marL="2514600" indent="-228600" eaLnBrk="0" fontAlgn="base" hangingPunct="0">
              <a:spcBef>
                <a:spcPct val="0"/>
              </a:spcBef>
              <a:spcAft>
                <a:spcPct val="0"/>
              </a:spcAft>
              <a:defRPr>
                <a:solidFill>
                  <a:schemeClr val="tx1"/>
                </a:solidFill>
                <a:latin typeface="Times New Roman" charset="0"/>
                <a:ea typeface="宋体" charset="0"/>
              </a:defRPr>
            </a:lvl6pPr>
            <a:lvl7pPr marL="2971800" indent="-228600" eaLnBrk="0" fontAlgn="base" hangingPunct="0">
              <a:spcBef>
                <a:spcPct val="0"/>
              </a:spcBef>
              <a:spcAft>
                <a:spcPct val="0"/>
              </a:spcAft>
              <a:defRPr>
                <a:solidFill>
                  <a:schemeClr val="tx1"/>
                </a:solidFill>
                <a:latin typeface="Times New Roman" charset="0"/>
                <a:ea typeface="宋体" charset="0"/>
              </a:defRPr>
            </a:lvl7pPr>
            <a:lvl8pPr marL="3429000" indent="-228600" eaLnBrk="0" fontAlgn="base" hangingPunct="0">
              <a:spcBef>
                <a:spcPct val="0"/>
              </a:spcBef>
              <a:spcAft>
                <a:spcPct val="0"/>
              </a:spcAft>
              <a:defRPr>
                <a:solidFill>
                  <a:schemeClr val="tx1"/>
                </a:solidFill>
                <a:latin typeface="Times New Roman" charset="0"/>
                <a:ea typeface="宋体" charset="0"/>
              </a:defRPr>
            </a:lvl8pPr>
            <a:lvl9pPr marL="3886200" indent="-228600" eaLnBrk="0" fontAlgn="base" hangingPunct="0">
              <a:spcBef>
                <a:spcPct val="0"/>
              </a:spcBef>
              <a:spcAft>
                <a:spcPct val="0"/>
              </a:spcAft>
              <a:defRPr>
                <a:solidFill>
                  <a:schemeClr val="tx1"/>
                </a:solidFill>
                <a:latin typeface="Times New Roman" charset="0"/>
                <a:ea typeface="宋体" charset="0"/>
              </a:defRPr>
            </a:lvl9pPr>
          </a:lstStyle>
          <a:p>
            <a:pPr>
              <a:defRPr/>
            </a:pPr>
            <a:r>
              <a:rPr lang="en-US" sz="2400" b="1"/>
              <a:t>Euclid(int </a:t>
            </a:r>
            <a:r>
              <a:rPr lang="en-US" sz="2400" i="1"/>
              <a:t>m</a:t>
            </a:r>
            <a:r>
              <a:rPr lang="en-US" sz="2400"/>
              <a:t>,</a:t>
            </a:r>
            <a:r>
              <a:rPr lang="en-US" sz="2400" i="1"/>
              <a:t>n</a:t>
            </a:r>
            <a:r>
              <a:rPr lang="en-US" sz="2400"/>
              <a:t>)</a:t>
            </a:r>
          </a:p>
          <a:p>
            <a:pPr>
              <a:defRPr/>
            </a:pPr>
            <a:r>
              <a:rPr lang="en-US" sz="2400"/>
              <a:t>    </a:t>
            </a:r>
            <a:r>
              <a:rPr lang="en-US" sz="2400" b="1"/>
              <a:t>if </a:t>
            </a:r>
            <a:r>
              <a:rPr lang="en-US" sz="2400" i="1"/>
              <a:t>n</a:t>
            </a:r>
            <a:r>
              <a:rPr lang="en-US" sz="2400"/>
              <a:t>=0</a:t>
            </a:r>
          </a:p>
          <a:p>
            <a:pPr>
              <a:defRPr/>
            </a:pPr>
            <a:r>
              <a:rPr lang="en-US" sz="2400"/>
              <a:t>        </a:t>
            </a:r>
            <a:r>
              <a:rPr lang="en-US" sz="2400" b="1"/>
              <a:t>then return </a:t>
            </a:r>
            <a:r>
              <a:rPr lang="en-US" sz="2400" i="1"/>
              <a:t>m</a:t>
            </a:r>
          </a:p>
          <a:p>
            <a:pPr>
              <a:defRPr/>
            </a:pPr>
            <a:r>
              <a:rPr lang="en-US" sz="2400" i="1"/>
              <a:t>        </a:t>
            </a:r>
            <a:r>
              <a:rPr lang="en-US" sz="2400" b="1"/>
              <a:t>else return </a:t>
            </a:r>
            <a:r>
              <a:rPr lang="en-US" sz="2400">
                <a:solidFill>
                  <a:srgbClr val="FF0000"/>
                </a:solidFill>
              </a:rPr>
              <a:t>Euclid</a:t>
            </a:r>
            <a:r>
              <a:rPr lang="en-US" sz="2400"/>
              <a:t>(</a:t>
            </a:r>
            <a:r>
              <a:rPr lang="en-US" sz="2400" i="1"/>
              <a:t>n</a:t>
            </a:r>
            <a:r>
              <a:rPr lang="en-US" sz="2400"/>
              <a:t>, </a:t>
            </a:r>
            <a:r>
              <a:rPr lang="en-US" sz="2400" i="1"/>
              <a:t>m</a:t>
            </a:r>
            <a:r>
              <a:rPr lang="en-US" sz="2400"/>
              <a:t> mod </a:t>
            </a:r>
            <a:r>
              <a:rPr lang="en-US" sz="2400" i="1"/>
              <a:t>n</a:t>
            </a:r>
            <a:r>
              <a:rPr lang="en-US" sz="2400"/>
              <a:t>)</a:t>
            </a:r>
            <a:endParaRPr lang="zh-CN" altLang="en-US" sz="2400"/>
          </a:p>
        </p:txBody>
      </p:sp>
      <p:sp>
        <p:nvSpPr>
          <p:cNvPr id="51204" name="Text Box 5">
            <a:extLst>
              <a:ext uri="{FF2B5EF4-FFF2-40B4-BE49-F238E27FC236}">
                <a16:creationId xmlns:a16="http://schemas.microsoft.com/office/drawing/2014/main" id="{15A82131-F2BD-A1D2-4CAA-00B78FB8C801}"/>
              </a:ext>
            </a:extLst>
          </p:cNvPr>
          <p:cNvSpPr txBox="1">
            <a:spLocks noChangeArrowheads="1"/>
          </p:cNvSpPr>
          <p:nvPr/>
        </p:nvSpPr>
        <p:spPr bwMode="auto">
          <a:xfrm>
            <a:off x="6156325" y="2420938"/>
            <a:ext cx="28082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a:solidFill>
                  <a:srgbClr val="006600"/>
                </a:solidFill>
              </a:rPr>
              <a:t>measured by the number of recursive calls</a:t>
            </a:r>
          </a:p>
        </p:txBody>
      </p:sp>
      <p:sp>
        <p:nvSpPr>
          <p:cNvPr id="51205" name="Line 6">
            <a:extLst>
              <a:ext uri="{FF2B5EF4-FFF2-40B4-BE49-F238E27FC236}">
                <a16:creationId xmlns:a16="http://schemas.microsoft.com/office/drawing/2014/main" id="{B48F18AA-F259-7BA4-4C0A-04707419B1B7}"/>
              </a:ext>
            </a:extLst>
          </p:cNvPr>
          <p:cNvSpPr>
            <a:spLocks noChangeShapeType="1"/>
          </p:cNvSpPr>
          <p:nvPr/>
        </p:nvSpPr>
        <p:spPr bwMode="auto">
          <a:xfrm flipH="1">
            <a:off x="4356100" y="2709863"/>
            <a:ext cx="1800225" cy="719137"/>
          </a:xfrm>
          <a:prstGeom prst="line">
            <a:avLst/>
          </a:prstGeom>
          <a:noFill/>
          <a:ln w="9525">
            <a:solidFill>
              <a:srgbClr val="FF66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1206" name="Object 7">
            <a:extLst>
              <a:ext uri="{FF2B5EF4-FFF2-40B4-BE49-F238E27FC236}">
                <a16:creationId xmlns:a16="http://schemas.microsoft.com/office/drawing/2014/main" id="{85B8FD3B-B800-D490-4220-7B126A10037A}"/>
              </a:ext>
            </a:extLst>
          </p:cNvPr>
          <p:cNvGraphicFramePr>
            <a:graphicFrameLocks noChangeAspect="1"/>
          </p:cNvGraphicFramePr>
          <p:nvPr>
            <p:ph sz="half" idx="4294967295"/>
          </p:nvPr>
        </p:nvGraphicFramePr>
        <p:xfrm>
          <a:off x="4298950" y="4638675"/>
          <a:ext cx="1079500" cy="504825"/>
        </p:xfrm>
        <a:graphic>
          <a:graphicData uri="http://schemas.openxmlformats.org/presentationml/2006/ole">
            <mc:AlternateContent xmlns:mc="http://schemas.openxmlformats.org/markup-compatibility/2006">
              <mc:Choice xmlns:v="urn:schemas-microsoft-com:vml" Requires="v">
                <p:oleObj r:id="rId2" imgW="10820400" imgH="5562600" progId="Equation.3">
                  <p:embed/>
                </p:oleObj>
              </mc:Choice>
              <mc:Fallback>
                <p:oleObj r:id="rId2" imgW="10820400" imgH="55626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8950" y="4638675"/>
                        <a:ext cx="10795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1207" name="Text Box 10" descr="粉色面巾纸">
            <a:extLst>
              <a:ext uri="{FF2B5EF4-FFF2-40B4-BE49-F238E27FC236}">
                <a16:creationId xmlns:a16="http://schemas.microsoft.com/office/drawing/2014/main" id="{0106D8C7-7C64-21C1-2B7E-E7DD817AC46B}"/>
              </a:ext>
            </a:extLst>
          </p:cNvPr>
          <p:cNvSpPr txBox="1">
            <a:spLocks noChangeArrowheads="1"/>
          </p:cNvSpPr>
          <p:nvPr/>
        </p:nvSpPr>
        <p:spPr bwMode="auto">
          <a:xfrm>
            <a:off x="1403350" y="5589588"/>
            <a:ext cx="2808288" cy="863600"/>
          </a:xfrm>
          <a:prstGeom prst="rect">
            <a:avLst/>
          </a:prstGeom>
          <a:blipFill dpi="0" rotWithShape="1">
            <a:blip r:embed="rId4"/>
            <a:srcRect/>
            <a:tile tx="0" ty="0" sx="100000" sy="100000" flip="none" algn="tl"/>
          </a:blipFill>
          <a:ln w="9525">
            <a:solidFill>
              <a:srgbClr val="CCCCFF"/>
            </a:solidFill>
            <a:miter lim="800000"/>
            <a:headEnd/>
            <a:tailEnd/>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2000"/>
              <a:t>For your reference: </a:t>
            </a:r>
          </a:p>
          <a:p>
            <a:pPr>
              <a:spcBef>
                <a:spcPct val="50000"/>
              </a:spcBef>
            </a:pPr>
            <a:r>
              <a:rPr kumimoji="0" lang="en-US" altLang="zh-CN" sz="2000" i="1">
                <a:sym typeface="Symbol" pitchFamily="2" charset="2"/>
              </a:rPr>
              <a:t></a:t>
            </a:r>
            <a:r>
              <a:rPr kumimoji="0" lang="en-US" altLang="zh-CN" sz="2000">
                <a:sym typeface="Symbol" pitchFamily="2" charset="2"/>
              </a:rPr>
              <a:t> = (1+√5)/21.6180…</a:t>
            </a:r>
            <a:endParaRPr kumimoji="0" lang="en-US" altLang="zh-CN" sz="2000" i="1">
              <a:sym typeface="Symbol" pitchFamily="2" charset="2"/>
            </a:endParaRPr>
          </a:p>
        </p:txBody>
      </p:sp>
    </p:spTree>
  </p:cSld>
  <p:clrMapOvr>
    <a:masterClrMapping/>
  </p:clrMapOvr>
  <p:transition>
    <p:cover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A2339B41-3867-E09D-891D-67E933847558}"/>
              </a:ext>
            </a:extLst>
          </p:cNvPr>
          <p:cNvSpPr>
            <a:spLocks noGrp="1" noChangeArrowheads="1"/>
          </p:cNvSpPr>
          <p:nvPr>
            <p:ph type="title" idx="4294967295"/>
          </p:nvPr>
        </p:nvSpPr>
        <p:spPr/>
        <p:txBody>
          <a:bodyPr/>
          <a:lstStyle/>
          <a:p>
            <a:pPr eaLnBrk="1" hangingPunct="1"/>
            <a:r>
              <a:rPr kumimoji="0" lang="en-US" altLang="zh-CN"/>
              <a:t>Euclid Algorithm and Fibonacci</a:t>
            </a:r>
          </a:p>
        </p:txBody>
      </p:sp>
      <p:sp>
        <p:nvSpPr>
          <p:cNvPr id="52226" name="Rectangle 3">
            <a:extLst>
              <a:ext uri="{FF2B5EF4-FFF2-40B4-BE49-F238E27FC236}">
                <a16:creationId xmlns:a16="http://schemas.microsoft.com/office/drawing/2014/main" id="{F1EBF03A-3425-D855-2878-44AEA9C47D45}"/>
              </a:ext>
            </a:extLst>
          </p:cNvPr>
          <p:cNvSpPr>
            <a:spLocks noGrp="1" noChangeArrowheads="1"/>
          </p:cNvSpPr>
          <p:nvPr>
            <p:ph type="body" idx="4294967295"/>
          </p:nvPr>
        </p:nvSpPr>
        <p:spPr>
          <a:xfrm>
            <a:off x="328613" y="1941513"/>
            <a:ext cx="8208962" cy="4656137"/>
          </a:xfrm>
        </p:spPr>
        <p:txBody>
          <a:bodyPr/>
          <a:lstStyle/>
          <a:p>
            <a:pPr eaLnBrk="1" hangingPunct="1">
              <a:lnSpc>
                <a:spcPct val="90000"/>
              </a:lnSpc>
            </a:pPr>
            <a:r>
              <a:rPr kumimoji="0" lang="en-US" altLang="zh-CN"/>
              <a:t>If </a:t>
            </a:r>
            <a:r>
              <a:rPr kumimoji="0" lang="en-US" altLang="zh-CN" i="1"/>
              <a:t>m</a:t>
            </a:r>
            <a:r>
              <a:rPr kumimoji="0" lang="en-US" altLang="zh-CN"/>
              <a:t>&gt;</a:t>
            </a:r>
            <a:r>
              <a:rPr kumimoji="0" lang="en-US" altLang="zh-CN" i="1"/>
              <a:t>n</a:t>
            </a:r>
            <a:r>
              <a:rPr kumimoji="0" lang="en-US" altLang="zh-CN">
                <a:sym typeface="Symbol" pitchFamily="2" charset="2"/>
              </a:rPr>
              <a:t>1 and the invocation Euclid(</a:t>
            </a:r>
            <a:r>
              <a:rPr kumimoji="0" lang="en-US" altLang="zh-CN" i="1">
                <a:sym typeface="Symbol" pitchFamily="2" charset="2"/>
              </a:rPr>
              <a:t>m</a:t>
            </a:r>
            <a:r>
              <a:rPr kumimoji="0" lang="en-US" altLang="zh-CN">
                <a:sym typeface="Symbol" pitchFamily="2" charset="2"/>
              </a:rPr>
              <a:t>,</a:t>
            </a:r>
            <a:r>
              <a:rPr kumimoji="0" lang="en-US" altLang="zh-CN" i="1">
                <a:sym typeface="Symbol" pitchFamily="2" charset="2"/>
              </a:rPr>
              <a:t>n</a:t>
            </a:r>
            <a:r>
              <a:rPr kumimoji="0" lang="en-US" altLang="zh-CN">
                <a:sym typeface="Symbol" pitchFamily="2" charset="2"/>
              </a:rPr>
              <a:t>) performs </a:t>
            </a:r>
            <a:r>
              <a:rPr kumimoji="0" lang="en-US" altLang="zh-CN" i="1">
                <a:sym typeface="Symbol" pitchFamily="2" charset="2"/>
              </a:rPr>
              <a:t>k</a:t>
            </a:r>
            <a:r>
              <a:rPr kumimoji="0" lang="en-US" altLang="zh-CN">
                <a:sym typeface="Symbol" pitchFamily="2" charset="2"/>
              </a:rPr>
              <a:t>1 recursive calls, then </a:t>
            </a:r>
            <a:r>
              <a:rPr kumimoji="0" lang="en-US" altLang="zh-CN" i="1">
                <a:sym typeface="Symbol" pitchFamily="2" charset="2"/>
              </a:rPr>
              <a:t>m</a:t>
            </a:r>
            <a:r>
              <a:rPr kumimoji="0" lang="en-US" altLang="zh-CN">
                <a:sym typeface="Symbol" pitchFamily="2" charset="2"/>
              </a:rPr>
              <a:t></a:t>
            </a:r>
            <a:r>
              <a:rPr kumimoji="0" lang="en-US" altLang="zh-CN" i="1">
                <a:sym typeface="Symbol" pitchFamily="2" charset="2"/>
              </a:rPr>
              <a:t>F</a:t>
            </a:r>
            <a:r>
              <a:rPr kumimoji="0" lang="en-US" altLang="zh-CN" baseline="-25000">
                <a:sym typeface="Symbol" pitchFamily="2" charset="2"/>
              </a:rPr>
              <a:t>k+2</a:t>
            </a:r>
            <a:r>
              <a:rPr kumimoji="0" lang="en-US" altLang="zh-CN">
                <a:sym typeface="Symbol" pitchFamily="2" charset="2"/>
              </a:rPr>
              <a:t> and </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F</a:t>
            </a:r>
            <a:r>
              <a:rPr kumimoji="0" lang="en-US" altLang="zh-CN" baseline="-25000">
                <a:sym typeface="Symbol" pitchFamily="2" charset="2"/>
              </a:rPr>
              <a:t>k+1</a:t>
            </a:r>
            <a:r>
              <a:rPr kumimoji="0" lang="en-US" altLang="zh-CN">
                <a:sym typeface="Symbol" pitchFamily="2" charset="2"/>
              </a:rPr>
              <a:t>.</a:t>
            </a:r>
          </a:p>
          <a:p>
            <a:pPr lvl="1" eaLnBrk="1" hangingPunct="1">
              <a:lnSpc>
                <a:spcPct val="90000"/>
              </a:lnSpc>
            </a:pPr>
            <a:r>
              <a:rPr kumimoji="0" lang="en-US" altLang="zh-CN">
                <a:sym typeface="Symbol" pitchFamily="2" charset="2"/>
              </a:rPr>
              <a:t>Proof by induction</a:t>
            </a:r>
          </a:p>
          <a:p>
            <a:pPr lvl="1" eaLnBrk="1" hangingPunct="1">
              <a:lnSpc>
                <a:spcPct val="90000"/>
              </a:lnSpc>
            </a:pPr>
            <a:r>
              <a:rPr kumimoji="0" lang="en-US" altLang="zh-CN">
                <a:sym typeface="Symbol" pitchFamily="2" charset="2"/>
              </a:rPr>
              <a:t>Basis: </a:t>
            </a:r>
            <a:r>
              <a:rPr kumimoji="0" lang="en-US" altLang="zh-CN" i="1">
                <a:sym typeface="Symbol" pitchFamily="2" charset="2"/>
              </a:rPr>
              <a:t>k</a:t>
            </a:r>
            <a:r>
              <a:rPr kumimoji="0" lang="en-US" altLang="zh-CN">
                <a:sym typeface="Symbol" pitchFamily="2" charset="2"/>
              </a:rPr>
              <a:t>=1, then </a:t>
            </a:r>
            <a:r>
              <a:rPr kumimoji="0" lang="en-US" altLang="zh-CN" i="1">
                <a:sym typeface="Symbol" pitchFamily="2" charset="2"/>
              </a:rPr>
              <a:t>n</a:t>
            </a:r>
            <a:r>
              <a:rPr kumimoji="0" lang="en-US" altLang="zh-CN">
                <a:sym typeface="Symbol" pitchFamily="2" charset="2"/>
              </a:rPr>
              <a:t>1=</a:t>
            </a:r>
            <a:r>
              <a:rPr kumimoji="0" lang="en-US" altLang="zh-CN" i="1">
                <a:sym typeface="Symbol" pitchFamily="2" charset="2"/>
              </a:rPr>
              <a:t>F</a:t>
            </a:r>
            <a:r>
              <a:rPr kumimoji="0" lang="en-US" altLang="zh-CN" baseline="-25000">
                <a:sym typeface="Symbol" pitchFamily="2" charset="2"/>
              </a:rPr>
              <a:t>2</a:t>
            </a:r>
            <a:r>
              <a:rPr kumimoji="0" lang="en-US" altLang="zh-CN">
                <a:sym typeface="Symbol" pitchFamily="2" charset="2"/>
              </a:rPr>
              <a:t>. Since </a:t>
            </a:r>
            <a:r>
              <a:rPr kumimoji="0" lang="en-US" altLang="zh-CN" i="1">
                <a:sym typeface="Symbol" pitchFamily="2" charset="2"/>
              </a:rPr>
              <a:t>m</a:t>
            </a:r>
            <a:r>
              <a:rPr kumimoji="0" lang="en-US" altLang="zh-CN">
                <a:sym typeface="Symbol" pitchFamily="2" charset="2"/>
              </a:rPr>
              <a:t>&gt;</a:t>
            </a:r>
            <a:r>
              <a:rPr kumimoji="0" lang="en-US" altLang="zh-CN" i="1">
                <a:sym typeface="Symbol" pitchFamily="2" charset="2"/>
              </a:rPr>
              <a:t>n</a:t>
            </a:r>
            <a:r>
              <a:rPr kumimoji="0" lang="en-US" altLang="zh-CN">
                <a:sym typeface="Symbol" pitchFamily="2" charset="2"/>
              </a:rPr>
              <a:t>, </a:t>
            </a:r>
            <a:r>
              <a:rPr kumimoji="0" lang="en-US" altLang="zh-CN" i="1">
                <a:sym typeface="Symbol" pitchFamily="2" charset="2"/>
              </a:rPr>
              <a:t>m</a:t>
            </a:r>
            <a:r>
              <a:rPr kumimoji="0" lang="en-US" altLang="zh-CN">
                <a:sym typeface="Symbol" pitchFamily="2" charset="2"/>
              </a:rPr>
              <a:t>2=</a:t>
            </a:r>
            <a:r>
              <a:rPr kumimoji="0" lang="en-US" altLang="zh-CN" i="1">
                <a:sym typeface="Symbol" pitchFamily="2" charset="2"/>
              </a:rPr>
              <a:t>F</a:t>
            </a:r>
            <a:r>
              <a:rPr kumimoji="0" lang="en-US" altLang="zh-CN" baseline="-25000">
                <a:sym typeface="Symbol" pitchFamily="2" charset="2"/>
              </a:rPr>
              <a:t>3</a:t>
            </a:r>
            <a:r>
              <a:rPr kumimoji="0" lang="en-US" altLang="zh-CN">
                <a:sym typeface="Symbol" pitchFamily="2" charset="2"/>
              </a:rPr>
              <a:t>.</a:t>
            </a:r>
          </a:p>
          <a:p>
            <a:pPr lvl="1" eaLnBrk="1" hangingPunct="1">
              <a:lnSpc>
                <a:spcPct val="90000"/>
              </a:lnSpc>
            </a:pPr>
            <a:r>
              <a:rPr kumimoji="0" lang="en-US" altLang="zh-CN">
                <a:sym typeface="Symbol" pitchFamily="2" charset="2"/>
              </a:rPr>
              <a:t>For larger </a:t>
            </a:r>
            <a:r>
              <a:rPr kumimoji="0" lang="en-US" altLang="zh-CN" i="1">
                <a:sym typeface="Symbol" pitchFamily="2" charset="2"/>
              </a:rPr>
              <a:t>k</a:t>
            </a:r>
            <a:r>
              <a:rPr kumimoji="0" lang="en-US" altLang="zh-CN">
                <a:sym typeface="Symbol" pitchFamily="2" charset="2"/>
              </a:rPr>
              <a:t>, Euclid(</a:t>
            </a:r>
            <a:r>
              <a:rPr kumimoji="0" lang="en-US" altLang="zh-CN" i="1">
                <a:sym typeface="Symbol" pitchFamily="2" charset="2"/>
              </a:rPr>
              <a:t>m</a:t>
            </a:r>
            <a:r>
              <a:rPr kumimoji="0" lang="en-US" altLang="zh-CN">
                <a:sym typeface="Symbol" pitchFamily="2" charset="2"/>
              </a:rPr>
              <a:t>,</a:t>
            </a:r>
            <a:r>
              <a:rPr kumimoji="0" lang="en-US" altLang="zh-CN" i="1">
                <a:sym typeface="Symbol" pitchFamily="2" charset="2"/>
              </a:rPr>
              <a:t>n</a:t>
            </a:r>
            <a:r>
              <a:rPr kumimoji="0" lang="en-US" altLang="zh-CN">
                <a:sym typeface="Symbol" pitchFamily="2" charset="2"/>
              </a:rPr>
              <a:t>) calls Euclid(</a:t>
            </a:r>
            <a:r>
              <a:rPr kumimoji="0" lang="en-US" altLang="zh-CN" i="1">
                <a:sym typeface="Symbol" pitchFamily="2" charset="2"/>
              </a:rPr>
              <a:t>n</a:t>
            </a:r>
            <a:r>
              <a:rPr kumimoji="0" lang="en-US" altLang="zh-CN">
                <a:sym typeface="Symbol" pitchFamily="2" charset="2"/>
              </a:rPr>
              <a:t>, </a:t>
            </a:r>
            <a:r>
              <a:rPr kumimoji="0" lang="en-US" altLang="zh-CN" i="1">
                <a:sym typeface="Symbol" pitchFamily="2" charset="2"/>
              </a:rPr>
              <a:t>m </a:t>
            </a:r>
            <a:r>
              <a:rPr kumimoji="0" lang="en-US" altLang="zh-CN">
                <a:sym typeface="Symbol" pitchFamily="2" charset="2"/>
              </a:rPr>
              <a:t>mod </a:t>
            </a:r>
            <a:r>
              <a:rPr kumimoji="0" lang="en-US" altLang="zh-CN" i="1">
                <a:sym typeface="Symbol" pitchFamily="2" charset="2"/>
              </a:rPr>
              <a:t>n</a:t>
            </a:r>
            <a:r>
              <a:rPr kumimoji="0" lang="en-US" altLang="zh-CN">
                <a:sym typeface="Symbol" pitchFamily="2" charset="2"/>
              </a:rPr>
              <a:t>) which makes </a:t>
            </a:r>
            <a:r>
              <a:rPr kumimoji="0" lang="en-US" altLang="zh-CN" i="1">
                <a:sym typeface="Symbol" pitchFamily="2" charset="2"/>
              </a:rPr>
              <a:t>k</a:t>
            </a:r>
            <a:r>
              <a:rPr kumimoji="0" lang="en-US" altLang="zh-CN">
                <a:sym typeface="Symbol" pitchFamily="2" charset="2"/>
              </a:rPr>
              <a:t>-1 recursive calls. So, by inductive hypothesis, </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F</a:t>
            </a:r>
            <a:r>
              <a:rPr kumimoji="0" lang="en-US" altLang="zh-CN" baseline="-25000">
                <a:sym typeface="Symbol" pitchFamily="2" charset="2"/>
              </a:rPr>
              <a:t>k+1</a:t>
            </a:r>
            <a:r>
              <a:rPr kumimoji="0" lang="en-US" altLang="zh-CN">
                <a:sym typeface="Symbol" pitchFamily="2" charset="2"/>
              </a:rPr>
              <a:t>, (</a:t>
            </a:r>
            <a:r>
              <a:rPr kumimoji="0" lang="en-US" altLang="zh-CN" i="1">
                <a:sym typeface="Symbol" pitchFamily="2" charset="2"/>
              </a:rPr>
              <a:t>m</a:t>
            </a:r>
            <a:r>
              <a:rPr kumimoji="0" lang="en-US" altLang="zh-CN">
                <a:sym typeface="Symbol" pitchFamily="2" charset="2"/>
              </a:rPr>
              <a:t> mod </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F</a:t>
            </a:r>
            <a:r>
              <a:rPr kumimoji="0" lang="en-US" altLang="zh-CN" baseline="-25000">
                <a:sym typeface="Symbol" pitchFamily="2" charset="2"/>
              </a:rPr>
              <a:t>k</a:t>
            </a:r>
            <a:r>
              <a:rPr kumimoji="0" lang="en-US" altLang="zh-CN">
                <a:sym typeface="Symbol" pitchFamily="2" charset="2"/>
              </a:rPr>
              <a:t>. </a:t>
            </a:r>
          </a:p>
          <a:p>
            <a:pPr lvl="1" eaLnBrk="1" hangingPunct="1">
              <a:lnSpc>
                <a:spcPct val="90000"/>
              </a:lnSpc>
              <a:buFont typeface="Wingdings" pitchFamily="2" charset="2"/>
              <a:buNone/>
            </a:pPr>
            <a:r>
              <a:rPr kumimoji="0" lang="en-US" altLang="zh-CN">
                <a:sym typeface="Symbol" pitchFamily="2" charset="2"/>
              </a:rPr>
              <a:t>   Note that </a:t>
            </a:r>
            <a:r>
              <a:rPr kumimoji="0" lang="en-US" altLang="zh-CN" i="1">
                <a:sym typeface="Symbol" pitchFamily="2" charset="2"/>
              </a:rPr>
              <a:t>m </a:t>
            </a:r>
            <a:r>
              <a:rPr kumimoji="0" lang="en-US" altLang="zh-CN">
                <a:sym typeface="Symbol" pitchFamily="2" charset="2"/>
              </a:rPr>
              <a:t> </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m</a:t>
            </a:r>
            <a:r>
              <a:rPr kumimoji="0" lang="en-US" altLang="zh-CN">
                <a:sym typeface="Symbol" pitchFamily="2" charset="2"/>
              </a:rPr>
              <a:t>-</a:t>
            </a:r>
            <a:r>
              <a:rPr kumimoji="0" lang="en-US" altLang="zh-CN" i="1">
                <a:sym typeface="Symbol" pitchFamily="2" charset="2"/>
              </a:rPr>
              <a:t>m</a:t>
            </a:r>
            <a:r>
              <a:rPr kumimoji="0" lang="en-US" altLang="zh-CN">
                <a:sym typeface="Symbol" pitchFamily="2" charset="2"/>
              </a:rPr>
              <a:t>/</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n</a:t>
            </a:r>
            <a:r>
              <a:rPr kumimoji="0" lang="en-US" altLang="zh-CN">
                <a:sym typeface="Symbol" pitchFamily="2" charset="2"/>
              </a:rPr>
              <a:t>) = </a:t>
            </a:r>
            <a:r>
              <a:rPr kumimoji="0" lang="en-US" altLang="zh-CN" i="1">
                <a:sym typeface="Symbol" pitchFamily="2" charset="2"/>
              </a:rPr>
              <a:t>n</a:t>
            </a:r>
            <a:r>
              <a:rPr kumimoji="0" lang="en-US" altLang="zh-CN">
                <a:sym typeface="Symbol" pitchFamily="2" charset="2"/>
              </a:rPr>
              <a:t>+(</a:t>
            </a:r>
            <a:r>
              <a:rPr kumimoji="0" lang="en-US" altLang="zh-CN" i="1">
                <a:sym typeface="Symbol" pitchFamily="2" charset="2"/>
              </a:rPr>
              <a:t>m</a:t>
            </a:r>
            <a:r>
              <a:rPr kumimoji="0" lang="en-US" altLang="zh-CN">
                <a:sym typeface="Symbol" pitchFamily="2" charset="2"/>
              </a:rPr>
              <a:t> mod </a:t>
            </a:r>
            <a:r>
              <a:rPr kumimoji="0" lang="en-US" altLang="zh-CN" i="1">
                <a:sym typeface="Symbol" pitchFamily="2" charset="2"/>
              </a:rPr>
              <a:t>n</a:t>
            </a:r>
            <a:r>
              <a:rPr kumimoji="0" lang="en-US" altLang="zh-CN">
                <a:sym typeface="Symbol" pitchFamily="2" charset="2"/>
              </a:rPr>
              <a:t>)  </a:t>
            </a:r>
            <a:r>
              <a:rPr kumimoji="0" lang="en-US" altLang="zh-CN" i="1">
                <a:sym typeface="Symbol" pitchFamily="2" charset="2"/>
              </a:rPr>
              <a:t>F</a:t>
            </a:r>
            <a:r>
              <a:rPr kumimoji="0" lang="en-US" altLang="zh-CN" baseline="-25000">
                <a:sym typeface="Symbol" pitchFamily="2" charset="2"/>
              </a:rPr>
              <a:t>k+1</a:t>
            </a:r>
            <a:r>
              <a:rPr kumimoji="0" lang="en-US" altLang="zh-CN">
                <a:sym typeface="Symbol" pitchFamily="2" charset="2"/>
              </a:rPr>
              <a:t>+</a:t>
            </a:r>
            <a:r>
              <a:rPr kumimoji="0" lang="en-US" altLang="zh-CN" i="1">
                <a:sym typeface="Symbol" pitchFamily="2" charset="2"/>
              </a:rPr>
              <a:t>F</a:t>
            </a:r>
            <a:r>
              <a:rPr kumimoji="0" lang="en-US" altLang="zh-CN" baseline="-25000">
                <a:sym typeface="Symbol" pitchFamily="2" charset="2"/>
              </a:rPr>
              <a:t>k</a:t>
            </a:r>
            <a:r>
              <a:rPr kumimoji="0" lang="en-US" altLang="zh-CN">
                <a:sym typeface="Symbol" pitchFamily="2" charset="2"/>
              </a:rPr>
              <a:t> = </a:t>
            </a:r>
            <a:r>
              <a:rPr kumimoji="0" lang="en-US" altLang="zh-CN" i="1">
                <a:sym typeface="Symbol" pitchFamily="2" charset="2"/>
              </a:rPr>
              <a:t>F</a:t>
            </a:r>
            <a:r>
              <a:rPr kumimoji="0" lang="en-US" altLang="zh-CN" baseline="-25000">
                <a:sym typeface="Symbol" pitchFamily="2" charset="2"/>
              </a:rPr>
              <a:t>k+2</a:t>
            </a:r>
            <a:endParaRPr kumimoji="0" lang="en-US" altLang="zh-CN">
              <a:sym typeface="Symbol" pitchFamily="2" charset="2"/>
            </a:endParaRPr>
          </a:p>
        </p:txBody>
      </p:sp>
    </p:spTree>
  </p:cSld>
  <p:clrMapOvr>
    <a:masterClrMapping/>
  </p:clrMapOvr>
  <p:transition>
    <p:cover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BC9CBB97-564B-A229-2CCC-1FDBB74074C6}"/>
              </a:ext>
            </a:extLst>
          </p:cNvPr>
          <p:cNvSpPr>
            <a:spLocks noGrp="1" noChangeArrowheads="1"/>
          </p:cNvSpPr>
          <p:nvPr>
            <p:ph type="title" idx="4294967295"/>
          </p:nvPr>
        </p:nvSpPr>
        <p:spPr/>
        <p:txBody>
          <a:bodyPr/>
          <a:lstStyle/>
          <a:p>
            <a:pPr eaLnBrk="1" hangingPunct="1"/>
            <a:r>
              <a:rPr kumimoji="0" lang="en-US" altLang="zh-CN"/>
              <a:t>The Bound is Tight</a:t>
            </a:r>
          </a:p>
        </p:txBody>
      </p:sp>
      <p:sp>
        <p:nvSpPr>
          <p:cNvPr id="54274" name="Rectangle 3">
            <a:extLst>
              <a:ext uri="{FF2B5EF4-FFF2-40B4-BE49-F238E27FC236}">
                <a16:creationId xmlns:a16="http://schemas.microsoft.com/office/drawing/2014/main" id="{B4959DE1-6DD7-80AE-D0D3-E85E643C39DE}"/>
              </a:ext>
            </a:extLst>
          </p:cNvPr>
          <p:cNvSpPr>
            <a:spLocks noGrp="1" noChangeArrowheads="1"/>
          </p:cNvSpPr>
          <p:nvPr>
            <p:ph type="body" idx="4294967295"/>
          </p:nvPr>
        </p:nvSpPr>
        <p:spPr/>
        <p:txBody>
          <a:bodyPr/>
          <a:lstStyle/>
          <a:p>
            <a:pPr eaLnBrk="1" hangingPunct="1"/>
            <a:r>
              <a:rPr kumimoji="0" lang="en-US" altLang="zh-CN"/>
              <a:t>The upper bound for Euclid(</a:t>
            </a:r>
            <a:r>
              <a:rPr kumimoji="0" lang="en-US" altLang="zh-CN" i="1"/>
              <a:t>m</a:t>
            </a:r>
            <a:r>
              <a:rPr kumimoji="0" lang="en-US" altLang="zh-CN"/>
              <a:t>,</a:t>
            </a:r>
            <a:r>
              <a:rPr kumimoji="0" lang="en-US" altLang="zh-CN" i="1"/>
              <a:t>n</a:t>
            </a:r>
            <a:r>
              <a:rPr kumimoji="0" lang="en-US" altLang="zh-CN"/>
              <a:t>) is tight, by which we mean that: </a:t>
            </a:r>
            <a:r>
              <a:rPr kumimoji="0" lang="en-US" altLang="en-US"/>
              <a:t>“</a:t>
            </a:r>
            <a:r>
              <a:rPr kumimoji="0" lang="en-US" altLang="zh-CN"/>
              <a:t>if </a:t>
            </a:r>
            <a:r>
              <a:rPr kumimoji="0" lang="en-US" altLang="zh-CN" i="1"/>
              <a:t>b</a:t>
            </a:r>
            <a:r>
              <a:rPr kumimoji="0" lang="en-US" altLang="zh-CN"/>
              <a:t>&lt;</a:t>
            </a:r>
            <a:r>
              <a:rPr kumimoji="0" lang="en-US" altLang="zh-CN" i="1"/>
              <a:t>F</a:t>
            </a:r>
            <a:r>
              <a:rPr kumimoji="0" lang="en-US" altLang="zh-CN" baseline="-25000"/>
              <a:t>k+1</a:t>
            </a:r>
            <a:r>
              <a:rPr kumimoji="0" lang="en-US" altLang="zh-CN"/>
              <a:t>, the call Euclid(</a:t>
            </a:r>
            <a:r>
              <a:rPr kumimoji="0" lang="en-US" altLang="zh-CN" i="1"/>
              <a:t>a</a:t>
            </a:r>
            <a:r>
              <a:rPr kumimoji="0" lang="en-US" altLang="zh-CN"/>
              <a:t>,</a:t>
            </a:r>
            <a:r>
              <a:rPr kumimoji="0" lang="en-US" altLang="zh-CN" i="1"/>
              <a:t>b</a:t>
            </a:r>
            <a:r>
              <a:rPr kumimoji="0" lang="en-US" altLang="zh-CN"/>
              <a:t>) makes fewer than </a:t>
            </a:r>
            <a:r>
              <a:rPr kumimoji="0" lang="en-US" altLang="zh-CN" i="1"/>
              <a:t>k</a:t>
            </a:r>
            <a:r>
              <a:rPr kumimoji="0" lang="en-US" altLang="zh-CN"/>
              <a:t> recursive calls</a:t>
            </a:r>
            <a:r>
              <a:rPr kumimoji="0" lang="en-US" altLang="en-US"/>
              <a:t>”</a:t>
            </a:r>
            <a:r>
              <a:rPr kumimoji="0" lang="en-US" altLang="zh-CN"/>
              <a:t> is best possible result.</a:t>
            </a:r>
          </a:p>
          <a:p>
            <a:pPr eaLnBrk="1" hangingPunct="1"/>
            <a:r>
              <a:rPr kumimoji="0" lang="en-US" altLang="zh-CN"/>
              <a:t>There do exist some inputs for which the algorithm makes the same number of recursive calls as the upper bound.</a:t>
            </a:r>
          </a:p>
        </p:txBody>
      </p:sp>
    </p:spTree>
  </p:cSld>
  <p:clrMapOvr>
    <a:masterClrMapping/>
  </p:clrMapOvr>
  <p:transition>
    <p:cover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8779DA7B-EA4B-2087-AE11-0EACE885EB3E}"/>
              </a:ext>
            </a:extLst>
          </p:cNvPr>
          <p:cNvSpPr>
            <a:spLocks noGrp="1" noChangeArrowheads="1"/>
          </p:cNvSpPr>
          <p:nvPr>
            <p:ph type="title" idx="4294967295"/>
          </p:nvPr>
        </p:nvSpPr>
        <p:spPr/>
        <p:txBody>
          <a:bodyPr/>
          <a:lstStyle/>
          <a:p>
            <a:pPr eaLnBrk="1" hangingPunct="1"/>
            <a:r>
              <a:rPr kumimoji="0" lang="en-US" altLang="zh-CN"/>
              <a:t>Average Complexity</a:t>
            </a:r>
          </a:p>
        </p:txBody>
      </p:sp>
      <p:sp>
        <p:nvSpPr>
          <p:cNvPr id="55298" name="Rectangle 3">
            <a:extLst>
              <a:ext uri="{FF2B5EF4-FFF2-40B4-BE49-F238E27FC236}">
                <a16:creationId xmlns:a16="http://schemas.microsoft.com/office/drawing/2014/main" id="{FB2AB9FE-8AE2-D177-2842-98A0433CAFC5}"/>
              </a:ext>
            </a:extLst>
          </p:cNvPr>
          <p:cNvSpPr>
            <a:spLocks noGrp="1" noChangeArrowheads="1"/>
          </p:cNvSpPr>
          <p:nvPr>
            <p:ph type="body" sz="half" idx="4294967295"/>
          </p:nvPr>
        </p:nvSpPr>
        <p:spPr>
          <a:xfrm>
            <a:off x="328613" y="1941513"/>
            <a:ext cx="7267575" cy="4114800"/>
          </a:xfrm>
        </p:spPr>
        <p:txBody>
          <a:bodyPr/>
          <a:lstStyle/>
          <a:p>
            <a:pPr eaLnBrk="1" hangingPunct="1"/>
            <a:r>
              <a:rPr kumimoji="0" lang="en-US" altLang="zh-CN" sz="2800"/>
              <a:t>Weighted average A(n)</a:t>
            </a:r>
          </a:p>
          <a:p>
            <a:pPr eaLnBrk="1" hangingPunct="1">
              <a:buFont typeface="Wingdings" pitchFamily="2" charset="2"/>
              <a:buNone/>
            </a:pPr>
            <a:endParaRPr kumimoji="0" lang="en-US" altLang="zh-CN" sz="2800">
              <a:sym typeface="Symbol" pitchFamily="2" charset="2"/>
            </a:endParaRPr>
          </a:p>
          <a:p>
            <a:pPr eaLnBrk="1" hangingPunct="1">
              <a:buFont typeface="Wingdings" pitchFamily="2" charset="2"/>
              <a:buNone/>
            </a:pPr>
            <a:endParaRPr kumimoji="0" lang="en-US" altLang="zh-CN" sz="2800">
              <a:sym typeface="Symbol" pitchFamily="2" charset="2"/>
            </a:endParaRPr>
          </a:p>
          <a:p>
            <a:pPr eaLnBrk="1" hangingPunct="1"/>
            <a:r>
              <a:rPr kumimoji="0" lang="en-US" altLang="zh-CN" sz="2800">
                <a:sym typeface="Symbol" pitchFamily="2" charset="2"/>
              </a:rPr>
              <a:t>How to get Pr(I)</a:t>
            </a:r>
          </a:p>
          <a:p>
            <a:pPr lvl="1" eaLnBrk="1" hangingPunct="1"/>
            <a:r>
              <a:rPr kumimoji="0" lang="en-US" altLang="zh-CN" sz="2400">
                <a:sym typeface="Symbol" pitchFamily="2" charset="2"/>
              </a:rPr>
              <a:t>Experiences</a:t>
            </a:r>
          </a:p>
          <a:p>
            <a:pPr lvl="1" eaLnBrk="1" hangingPunct="1"/>
            <a:r>
              <a:rPr kumimoji="0" lang="en-US" altLang="zh-CN" sz="2400">
                <a:sym typeface="Symbol" pitchFamily="2" charset="2"/>
              </a:rPr>
              <a:t>Simplifying assumption</a:t>
            </a:r>
          </a:p>
          <a:p>
            <a:pPr lvl="1" eaLnBrk="1" hangingPunct="1"/>
            <a:r>
              <a:rPr kumimoji="0" lang="en-US" altLang="zh-CN" sz="2400">
                <a:sym typeface="Symbol" pitchFamily="2" charset="2"/>
              </a:rPr>
              <a:t>On a particular application</a:t>
            </a:r>
          </a:p>
        </p:txBody>
      </p:sp>
      <p:graphicFrame>
        <p:nvGraphicFramePr>
          <p:cNvPr id="55299" name="Object 4">
            <a:extLst>
              <a:ext uri="{FF2B5EF4-FFF2-40B4-BE49-F238E27FC236}">
                <a16:creationId xmlns:a16="http://schemas.microsoft.com/office/drawing/2014/main" id="{03E1418A-8B14-5F81-AE47-9346B13F2940}"/>
              </a:ext>
            </a:extLst>
          </p:cNvPr>
          <p:cNvGraphicFramePr>
            <a:graphicFrameLocks noChangeAspect="1"/>
          </p:cNvGraphicFramePr>
          <p:nvPr>
            <p:ph sz="half" idx="4294967295"/>
          </p:nvPr>
        </p:nvGraphicFramePr>
        <p:xfrm>
          <a:off x="1476375" y="2565400"/>
          <a:ext cx="3311525" cy="863600"/>
        </p:xfrm>
        <a:graphic>
          <a:graphicData uri="http://schemas.openxmlformats.org/presentationml/2006/ole">
            <mc:AlternateContent xmlns:mc="http://schemas.openxmlformats.org/markup-compatibility/2006">
              <mc:Choice xmlns:v="urn:schemas-microsoft-com:vml" Requires="v">
                <p:oleObj r:id="rId2" imgW="28676600" imgH="8483600" progId="Equation.3">
                  <p:embed/>
                </p:oleObj>
              </mc:Choice>
              <mc:Fallback>
                <p:oleObj r:id="rId2" imgW="28676600" imgH="8483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565400"/>
                        <a:ext cx="331152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6629" name="Text Box 6">
            <a:extLst>
              <a:ext uri="{FF2B5EF4-FFF2-40B4-BE49-F238E27FC236}">
                <a16:creationId xmlns:a16="http://schemas.microsoft.com/office/drawing/2014/main" id="{3E03F222-AE5B-A48D-1AF8-EE6E6AEEC246}"/>
              </a:ext>
            </a:extLst>
          </p:cNvPr>
          <p:cNvSpPr txBox="1">
            <a:spLocks noChangeArrowheads="1"/>
          </p:cNvSpPr>
          <p:nvPr/>
        </p:nvSpPr>
        <p:spPr bwMode="auto">
          <a:xfrm>
            <a:off x="4787900" y="3357563"/>
            <a:ext cx="3168650" cy="879475"/>
          </a:xfrm>
          <a:prstGeom prst="rect">
            <a:avLst/>
          </a:prstGeom>
          <a:solidFill>
            <a:srgbClr val="C0C0C0"/>
          </a:solidFill>
          <a:ln w="57150" cmpd="thinThick">
            <a:solidFill>
              <a:srgbClr val="969696"/>
            </a:solidFill>
            <a:miter lim="800000"/>
            <a:headEnd/>
            <a:tailEnd/>
          </a:ln>
          <a:effectLst>
            <a:outerShdw blurRad="63500" dist="107763" dir="2700000" algn="ctr" rotWithShape="0">
              <a:schemeClr val="bg2">
                <a:alpha val="50000"/>
              </a:schemeClr>
            </a:outerShdw>
          </a:effectLst>
        </p:spPr>
        <p:txBody>
          <a:bodyPr>
            <a:spAutoFit/>
          </a:bodyPr>
          <a:lstStyle>
            <a:lvl1pPr>
              <a:defRPr>
                <a:solidFill>
                  <a:schemeClr val="tx1"/>
                </a:solidFill>
                <a:latin typeface="Times New Roman" charset="0"/>
                <a:ea typeface="宋体" charset="0"/>
                <a:cs typeface="宋体" charset="0"/>
              </a:defRPr>
            </a:lvl1pPr>
            <a:lvl2pPr marL="742950" indent="-285750">
              <a:defRPr>
                <a:solidFill>
                  <a:schemeClr val="tx1"/>
                </a:solidFill>
                <a:latin typeface="Times New Roman" charset="0"/>
                <a:ea typeface="宋体" charset="0"/>
              </a:defRPr>
            </a:lvl2pPr>
            <a:lvl3pPr marL="1143000" indent="-228600">
              <a:defRPr>
                <a:solidFill>
                  <a:schemeClr val="tx1"/>
                </a:solidFill>
                <a:latin typeface="Times New Roman" charset="0"/>
                <a:ea typeface="宋体" charset="0"/>
              </a:defRPr>
            </a:lvl3pPr>
            <a:lvl4pPr marL="1600200" indent="-228600">
              <a:defRPr>
                <a:solidFill>
                  <a:schemeClr val="tx1"/>
                </a:solidFill>
                <a:latin typeface="Times New Roman" charset="0"/>
                <a:ea typeface="宋体" charset="0"/>
              </a:defRPr>
            </a:lvl4pPr>
            <a:lvl5pPr marL="2057400" indent="-228600">
              <a:defRPr>
                <a:solidFill>
                  <a:schemeClr val="tx1"/>
                </a:solidFill>
                <a:latin typeface="Times New Roman" charset="0"/>
                <a:ea typeface="宋体" charset="0"/>
              </a:defRPr>
            </a:lvl5pPr>
            <a:lvl6pPr marL="2514600" indent="-228600" eaLnBrk="0" fontAlgn="base" hangingPunct="0">
              <a:spcBef>
                <a:spcPct val="0"/>
              </a:spcBef>
              <a:spcAft>
                <a:spcPct val="0"/>
              </a:spcAft>
              <a:defRPr>
                <a:solidFill>
                  <a:schemeClr val="tx1"/>
                </a:solidFill>
                <a:latin typeface="Times New Roman" charset="0"/>
                <a:ea typeface="宋体" charset="0"/>
              </a:defRPr>
            </a:lvl6pPr>
            <a:lvl7pPr marL="2971800" indent="-228600" eaLnBrk="0" fontAlgn="base" hangingPunct="0">
              <a:spcBef>
                <a:spcPct val="0"/>
              </a:spcBef>
              <a:spcAft>
                <a:spcPct val="0"/>
              </a:spcAft>
              <a:defRPr>
                <a:solidFill>
                  <a:schemeClr val="tx1"/>
                </a:solidFill>
                <a:latin typeface="Times New Roman" charset="0"/>
                <a:ea typeface="宋体" charset="0"/>
              </a:defRPr>
            </a:lvl7pPr>
            <a:lvl8pPr marL="3429000" indent="-228600" eaLnBrk="0" fontAlgn="base" hangingPunct="0">
              <a:spcBef>
                <a:spcPct val="0"/>
              </a:spcBef>
              <a:spcAft>
                <a:spcPct val="0"/>
              </a:spcAft>
              <a:defRPr>
                <a:solidFill>
                  <a:schemeClr val="tx1"/>
                </a:solidFill>
                <a:latin typeface="Times New Roman" charset="0"/>
                <a:ea typeface="宋体" charset="0"/>
              </a:defRPr>
            </a:lvl8pPr>
            <a:lvl9pPr marL="3886200" indent="-228600" eaLnBrk="0" fontAlgn="base" hangingPunct="0">
              <a:spcBef>
                <a:spcPct val="0"/>
              </a:spcBef>
              <a:spcAft>
                <a:spcPct val="0"/>
              </a:spcAft>
              <a:defRPr>
                <a:solidFill>
                  <a:schemeClr val="tx1"/>
                </a:solidFill>
                <a:latin typeface="Times New Roman" charset="0"/>
                <a:ea typeface="宋体" charset="0"/>
              </a:defRPr>
            </a:lvl9pPr>
          </a:lstStyle>
          <a:p>
            <a:pPr>
              <a:spcBef>
                <a:spcPct val="50000"/>
              </a:spcBef>
              <a:defRPr/>
            </a:pPr>
            <a:r>
              <a:rPr lang="en-US" sz="2400" dirty="0" err="1"/>
              <a:t>Pr</a:t>
            </a:r>
            <a:r>
              <a:rPr lang="en-US" sz="2400" dirty="0"/>
              <a:t>(</a:t>
            </a:r>
            <a:r>
              <a:rPr lang="en-US" sz="2400" i="1" dirty="0"/>
              <a:t>I</a:t>
            </a:r>
            <a:r>
              <a:rPr lang="en-US" sz="2400" dirty="0"/>
              <a:t>) is the probability of </a:t>
            </a:r>
            <a:r>
              <a:rPr lang="en-US" sz="2400" dirty="0" err="1"/>
              <a:t>ocurrence</a:t>
            </a:r>
            <a:r>
              <a:rPr lang="en-US" sz="2400" dirty="0"/>
              <a:t> of input </a:t>
            </a:r>
            <a:r>
              <a:rPr lang="en-US" sz="2400" i="1" dirty="0"/>
              <a:t>I</a:t>
            </a:r>
            <a:endParaRPr lang="en-US" sz="2400" dirty="0"/>
          </a:p>
        </p:txBody>
      </p:sp>
      <p:sp>
        <p:nvSpPr>
          <p:cNvPr id="55301" name="Line 7">
            <a:extLst>
              <a:ext uri="{FF2B5EF4-FFF2-40B4-BE49-F238E27FC236}">
                <a16:creationId xmlns:a16="http://schemas.microsoft.com/office/drawing/2014/main" id="{FAFE8D76-302A-F54C-6C49-8BF0D5FD03A6}"/>
              </a:ext>
            </a:extLst>
          </p:cNvPr>
          <p:cNvSpPr>
            <a:spLocks noChangeShapeType="1"/>
          </p:cNvSpPr>
          <p:nvPr/>
        </p:nvSpPr>
        <p:spPr bwMode="auto">
          <a:xfrm flipH="1" flipV="1">
            <a:off x="3635375" y="3068638"/>
            <a:ext cx="1223963" cy="720725"/>
          </a:xfrm>
          <a:prstGeom prst="line">
            <a:avLst/>
          </a:prstGeom>
          <a:noFill/>
          <a:ln w="9525">
            <a:solidFill>
              <a:srgbClr val="FF6600"/>
            </a:solidFill>
            <a:prstDash val="lgDash"/>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cover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543E002-E1F7-6BA2-6C2E-EB7D996A841E}"/>
              </a:ext>
            </a:extLst>
          </p:cNvPr>
          <p:cNvSpPr>
            <a:spLocks noGrp="1" noChangeArrowheads="1"/>
          </p:cNvSpPr>
          <p:nvPr>
            <p:ph type="title" idx="4294967295"/>
          </p:nvPr>
        </p:nvSpPr>
        <p:spPr>
          <a:xfrm>
            <a:off x="317500" y="52388"/>
            <a:ext cx="8637588" cy="1431925"/>
          </a:xfrm>
        </p:spPr>
        <p:txBody>
          <a:bodyPr/>
          <a:lstStyle/>
          <a:p>
            <a:pPr eaLnBrk="1" hangingPunct="1"/>
            <a:r>
              <a:rPr kumimoji="0" lang="en-US" altLang="zh-CN"/>
              <a:t>Average Behavior Analysis of Sequential Search</a:t>
            </a:r>
          </a:p>
        </p:txBody>
      </p:sp>
      <p:sp>
        <p:nvSpPr>
          <p:cNvPr id="56322" name="Rectangle 3">
            <a:extLst>
              <a:ext uri="{FF2B5EF4-FFF2-40B4-BE49-F238E27FC236}">
                <a16:creationId xmlns:a16="http://schemas.microsoft.com/office/drawing/2014/main" id="{51C7AF8D-29B2-ADD6-4395-E256210F759D}"/>
              </a:ext>
            </a:extLst>
          </p:cNvPr>
          <p:cNvSpPr>
            <a:spLocks noGrp="1" noChangeArrowheads="1"/>
          </p:cNvSpPr>
          <p:nvPr>
            <p:ph type="body" idx="4294967295"/>
          </p:nvPr>
        </p:nvSpPr>
        <p:spPr>
          <a:xfrm>
            <a:off x="328613" y="1941513"/>
            <a:ext cx="8815387" cy="4114800"/>
          </a:xfrm>
        </p:spPr>
        <p:txBody>
          <a:bodyPr/>
          <a:lstStyle/>
          <a:p>
            <a:pPr eaLnBrk="1" hangingPunct="1">
              <a:lnSpc>
                <a:spcPct val="90000"/>
              </a:lnSpc>
            </a:pPr>
            <a:r>
              <a:rPr kumimoji="0" lang="en-US" altLang="zh-CN"/>
              <a:t>Case 1: assuming that K is in E</a:t>
            </a:r>
          </a:p>
          <a:p>
            <a:pPr lvl="1" eaLnBrk="1" hangingPunct="1">
              <a:lnSpc>
                <a:spcPct val="90000"/>
              </a:lnSpc>
            </a:pPr>
            <a:r>
              <a:rPr kumimoji="0" lang="en-US" altLang="zh-CN"/>
              <a:t>Assuming no same entries in E</a:t>
            </a:r>
          </a:p>
          <a:p>
            <a:pPr lvl="1" eaLnBrk="1" hangingPunct="1">
              <a:lnSpc>
                <a:spcPct val="90000"/>
              </a:lnSpc>
            </a:pPr>
            <a:r>
              <a:rPr kumimoji="0" lang="en-US" altLang="zh-CN"/>
              <a:t>Look </a:t>
            </a:r>
            <a:r>
              <a:rPr kumimoji="0" lang="en-US" altLang="zh-CN" i="1"/>
              <a:t>all</a:t>
            </a:r>
            <a:r>
              <a:rPr kumimoji="0" lang="en-US" altLang="zh-CN"/>
              <a:t> inputs with K in the </a:t>
            </a:r>
            <a:r>
              <a:rPr kumimoji="0" lang="en-US" altLang="zh-CN" i="1"/>
              <a:t>i</a:t>
            </a:r>
            <a:r>
              <a:rPr kumimoji="0" lang="en-US" altLang="zh-CN"/>
              <a:t>th location as </a:t>
            </a:r>
            <a:r>
              <a:rPr kumimoji="0" lang="en-US" altLang="zh-CN" i="1"/>
              <a:t>one</a:t>
            </a:r>
            <a:r>
              <a:rPr kumimoji="0" lang="en-US" altLang="zh-CN"/>
              <a:t> input (so, inputs totaling </a:t>
            </a:r>
            <a:r>
              <a:rPr kumimoji="0" lang="en-US" altLang="zh-CN" i="1"/>
              <a:t>n</a:t>
            </a:r>
            <a:r>
              <a:rPr kumimoji="0" lang="en-US" altLang="zh-CN"/>
              <a:t>)</a:t>
            </a:r>
          </a:p>
          <a:p>
            <a:pPr lvl="1" eaLnBrk="1" hangingPunct="1">
              <a:lnSpc>
                <a:spcPct val="90000"/>
              </a:lnSpc>
            </a:pPr>
            <a:r>
              <a:rPr kumimoji="0" lang="en-US" altLang="zh-CN"/>
              <a:t>Each input occurs with equal probability (i.e. 1/n)</a:t>
            </a:r>
          </a:p>
          <a:p>
            <a:pPr eaLnBrk="1" hangingPunct="1">
              <a:lnSpc>
                <a:spcPct val="90000"/>
              </a:lnSpc>
            </a:pPr>
            <a:r>
              <a:rPr kumimoji="0" lang="en-US" altLang="zh-CN"/>
              <a:t>A</a:t>
            </a:r>
            <a:r>
              <a:rPr kumimoji="0" lang="en-US" altLang="zh-CN" baseline="-25000"/>
              <a:t>succ</a:t>
            </a:r>
            <a:r>
              <a:rPr kumimoji="0" lang="en-US" altLang="zh-CN"/>
              <a:t>(n)=</a:t>
            </a:r>
            <a:r>
              <a:rPr kumimoji="0" lang="el-GR" altLang="zh-CN"/>
              <a:t>Σ</a:t>
            </a:r>
            <a:r>
              <a:rPr kumimoji="0" lang="en-US" altLang="zh-CN" baseline="-25000"/>
              <a:t>i=0..n-1</a:t>
            </a:r>
            <a:r>
              <a:rPr kumimoji="0" lang="en-US" altLang="zh-CN"/>
              <a:t>Pr(I</a:t>
            </a:r>
            <a:r>
              <a:rPr kumimoji="0" lang="en-US" altLang="zh-CN" baseline="-25000"/>
              <a:t>i</a:t>
            </a:r>
            <a:r>
              <a:rPr kumimoji="0" lang="en-US" altLang="zh-CN"/>
              <a:t>|succ)t(I</a:t>
            </a:r>
            <a:r>
              <a:rPr kumimoji="0" lang="en-US" altLang="zh-CN" baseline="-25000"/>
              <a:t>i</a:t>
            </a:r>
            <a:r>
              <a:rPr kumimoji="0" lang="en-US" altLang="zh-CN"/>
              <a:t>)</a:t>
            </a:r>
          </a:p>
          <a:p>
            <a:pPr eaLnBrk="1" hangingPunct="1">
              <a:lnSpc>
                <a:spcPct val="90000"/>
              </a:lnSpc>
              <a:buFont typeface="Wingdings" pitchFamily="2" charset="2"/>
              <a:buNone/>
            </a:pPr>
            <a:r>
              <a:rPr kumimoji="0" lang="en-US" altLang="zh-CN"/>
              <a:t>               =</a:t>
            </a:r>
            <a:r>
              <a:rPr kumimoji="0" lang="el-GR" altLang="zh-CN"/>
              <a:t>Σ</a:t>
            </a:r>
            <a:r>
              <a:rPr kumimoji="0" lang="en-US" altLang="zh-CN" baseline="-25000"/>
              <a:t>i=0..n-1</a:t>
            </a:r>
            <a:r>
              <a:rPr kumimoji="0" lang="en-US" altLang="zh-CN"/>
              <a:t>(1/n)(i+1)</a:t>
            </a:r>
          </a:p>
          <a:p>
            <a:pPr eaLnBrk="1" hangingPunct="1">
              <a:lnSpc>
                <a:spcPct val="90000"/>
              </a:lnSpc>
              <a:buFont typeface="Wingdings" pitchFamily="2" charset="2"/>
              <a:buNone/>
            </a:pPr>
            <a:r>
              <a:rPr kumimoji="0" lang="en-US" altLang="zh-CN"/>
              <a:t>               =(n+1)/2</a:t>
            </a:r>
          </a:p>
          <a:p>
            <a:pPr eaLnBrk="1" hangingPunct="1">
              <a:lnSpc>
                <a:spcPct val="90000"/>
              </a:lnSpc>
              <a:buFont typeface="Wingdings" pitchFamily="2" charset="2"/>
              <a:buNone/>
            </a:pPr>
            <a:endParaRPr kumimoji="0" lang="el-GR" altLang="zh-CN"/>
          </a:p>
        </p:txBody>
      </p:sp>
    </p:spTree>
  </p:cSld>
  <p:clrMapOvr>
    <a:masterClrMapping/>
  </p:clrMapOvr>
  <p:transition>
    <p:cover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37F38091-8447-54C6-450B-1455AA8EF359}"/>
              </a:ext>
            </a:extLst>
          </p:cNvPr>
          <p:cNvSpPr>
            <a:spLocks noGrp="1" noChangeArrowheads="1"/>
          </p:cNvSpPr>
          <p:nvPr>
            <p:ph type="title" idx="4294967295"/>
          </p:nvPr>
        </p:nvSpPr>
        <p:spPr>
          <a:xfrm>
            <a:off x="317500" y="52388"/>
            <a:ext cx="8637588" cy="1431925"/>
          </a:xfrm>
        </p:spPr>
        <p:txBody>
          <a:bodyPr/>
          <a:lstStyle/>
          <a:p>
            <a:pPr eaLnBrk="1" hangingPunct="1"/>
            <a:r>
              <a:rPr kumimoji="0" lang="en-US" altLang="zh-CN"/>
              <a:t>Average Behavior Analysis of Sequential Search</a:t>
            </a:r>
            <a:endParaRPr kumimoji="0" lang="zh-CN" altLang="en-US"/>
          </a:p>
        </p:txBody>
      </p:sp>
      <p:sp>
        <p:nvSpPr>
          <p:cNvPr id="57346" name="Rectangle 3">
            <a:extLst>
              <a:ext uri="{FF2B5EF4-FFF2-40B4-BE49-F238E27FC236}">
                <a16:creationId xmlns:a16="http://schemas.microsoft.com/office/drawing/2014/main" id="{2309388B-FF3A-23E1-3C00-E204DA1D885A}"/>
              </a:ext>
            </a:extLst>
          </p:cNvPr>
          <p:cNvSpPr>
            <a:spLocks noGrp="1" noChangeArrowheads="1"/>
          </p:cNvSpPr>
          <p:nvPr>
            <p:ph type="body" idx="4294967295"/>
          </p:nvPr>
        </p:nvSpPr>
        <p:spPr/>
        <p:txBody>
          <a:bodyPr/>
          <a:lstStyle/>
          <a:p>
            <a:pPr eaLnBrk="1" hangingPunct="1"/>
            <a:r>
              <a:rPr kumimoji="0" lang="en-US" altLang="zh-CN"/>
              <a:t>Case 2: K may be not in E</a:t>
            </a:r>
          </a:p>
          <a:p>
            <a:pPr lvl="1" eaLnBrk="1" hangingPunct="1"/>
            <a:r>
              <a:rPr kumimoji="0" lang="en-US" altLang="zh-CN"/>
              <a:t>Assume that q is the probability for K in E</a:t>
            </a:r>
          </a:p>
          <a:p>
            <a:pPr lvl="1" eaLnBrk="1" hangingPunct="1"/>
            <a:r>
              <a:rPr kumimoji="0" lang="en-US" altLang="zh-CN"/>
              <a:t>A(n) = Pr(succ)A</a:t>
            </a:r>
            <a:r>
              <a:rPr kumimoji="0" lang="en-US" altLang="zh-CN" baseline="-25000"/>
              <a:t>succ</a:t>
            </a:r>
            <a:r>
              <a:rPr kumimoji="0" lang="en-US" altLang="zh-CN"/>
              <a:t>(n)+Pr(fail) A</a:t>
            </a:r>
            <a:r>
              <a:rPr kumimoji="0" lang="en-US" altLang="zh-CN" baseline="-25000"/>
              <a:t>fail</a:t>
            </a:r>
            <a:r>
              <a:rPr kumimoji="0" lang="en-US" altLang="zh-CN"/>
              <a:t>(n)</a:t>
            </a:r>
          </a:p>
          <a:p>
            <a:pPr eaLnBrk="1" hangingPunct="1">
              <a:buFont typeface="Wingdings" pitchFamily="2" charset="2"/>
              <a:buNone/>
            </a:pPr>
            <a:r>
              <a:rPr kumimoji="0" lang="en-US" altLang="zh-CN"/>
              <a:t>           =q((n+1)/2)+(1-q)n</a:t>
            </a:r>
          </a:p>
          <a:p>
            <a:pPr eaLnBrk="1" hangingPunct="1">
              <a:spcBef>
                <a:spcPct val="50000"/>
              </a:spcBef>
            </a:pPr>
            <a:r>
              <a:rPr kumimoji="0" lang="en-US" altLang="zh-CN" i="1">
                <a:solidFill>
                  <a:srgbClr val="FF3300"/>
                </a:solidFill>
              </a:rPr>
              <a:t>Issue for discussion:</a:t>
            </a:r>
          </a:p>
          <a:p>
            <a:pPr eaLnBrk="1" hangingPunct="1">
              <a:buFont typeface="Wingdings" pitchFamily="2" charset="2"/>
              <a:buNone/>
            </a:pPr>
            <a:r>
              <a:rPr kumimoji="0" lang="en-US" altLang="zh-CN" i="1">
                <a:solidFill>
                  <a:srgbClr val="FF3300"/>
                </a:solidFill>
              </a:rPr>
              <a:t>   Reasonable Assumptions</a:t>
            </a:r>
          </a:p>
        </p:txBody>
      </p:sp>
    </p:spTree>
  </p:cSld>
  <p:clrMapOvr>
    <a:masterClrMapping/>
  </p:clrMapOvr>
  <p:transition>
    <p:cover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5B14DC50-A41B-0F75-F2B3-C1DA36C1D795}"/>
              </a:ext>
            </a:extLst>
          </p:cNvPr>
          <p:cNvSpPr>
            <a:spLocks noGrp="1" noChangeArrowheads="1"/>
          </p:cNvSpPr>
          <p:nvPr>
            <p:ph type="title" idx="4294967295"/>
          </p:nvPr>
        </p:nvSpPr>
        <p:spPr/>
        <p:txBody>
          <a:bodyPr/>
          <a:lstStyle/>
          <a:p>
            <a:pPr eaLnBrk="1" hangingPunct="1"/>
            <a:r>
              <a:rPr kumimoji="0" lang="en-US" altLang="zh-CN"/>
              <a:t>Optimality</a:t>
            </a:r>
          </a:p>
        </p:txBody>
      </p:sp>
      <p:sp>
        <p:nvSpPr>
          <p:cNvPr id="58370" name="Rectangle 3">
            <a:extLst>
              <a:ext uri="{FF2B5EF4-FFF2-40B4-BE49-F238E27FC236}">
                <a16:creationId xmlns:a16="http://schemas.microsoft.com/office/drawing/2014/main" id="{376DF268-046E-805C-7195-EB2FE21B687E}"/>
              </a:ext>
            </a:extLst>
          </p:cNvPr>
          <p:cNvSpPr>
            <a:spLocks noGrp="1" noChangeArrowheads="1"/>
          </p:cNvSpPr>
          <p:nvPr>
            <p:ph type="body" idx="4294967295"/>
          </p:nvPr>
        </p:nvSpPr>
        <p:spPr/>
        <p:txBody>
          <a:bodyPr/>
          <a:lstStyle/>
          <a:p>
            <a:pPr eaLnBrk="1" hangingPunct="1">
              <a:lnSpc>
                <a:spcPct val="80000"/>
              </a:lnSpc>
            </a:pPr>
            <a:r>
              <a:rPr kumimoji="0" lang="en-US" altLang="en-US" sz="2800"/>
              <a:t>“</a:t>
            </a:r>
            <a:r>
              <a:rPr kumimoji="0" lang="en-US" altLang="zh-CN" sz="2800"/>
              <a:t>The best possible</a:t>
            </a:r>
            <a:r>
              <a:rPr kumimoji="0" lang="en-US" altLang="en-US" sz="2800"/>
              <a:t>”</a:t>
            </a:r>
            <a:endParaRPr kumimoji="0" lang="en-US" altLang="zh-CN" sz="2800"/>
          </a:p>
          <a:p>
            <a:pPr lvl="1" eaLnBrk="1" hangingPunct="1">
              <a:lnSpc>
                <a:spcPct val="80000"/>
              </a:lnSpc>
              <a:buFont typeface="Wingdings" pitchFamily="2" charset="2"/>
              <a:buNone/>
            </a:pPr>
            <a:r>
              <a:rPr kumimoji="0" lang="en-US" altLang="zh-CN" sz="2400"/>
              <a:t>How much work is necessary and sufficient to solve the problem.</a:t>
            </a:r>
          </a:p>
          <a:p>
            <a:pPr eaLnBrk="1" hangingPunct="1">
              <a:lnSpc>
                <a:spcPct val="80000"/>
              </a:lnSpc>
            </a:pPr>
            <a:r>
              <a:rPr kumimoji="0" lang="en-US" altLang="zh-CN" sz="2800"/>
              <a:t>Definition of the optimal algorithm</a:t>
            </a:r>
          </a:p>
          <a:p>
            <a:pPr lvl="1" eaLnBrk="1" hangingPunct="1">
              <a:lnSpc>
                <a:spcPct val="80000"/>
              </a:lnSpc>
            </a:pPr>
            <a:r>
              <a:rPr kumimoji="0" lang="en-US" altLang="zh-CN" sz="2400"/>
              <a:t>For problem </a:t>
            </a:r>
            <a:r>
              <a:rPr kumimoji="0" lang="en-US" altLang="zh-CN" sz="2400" i="1"/>
              <a:t>P</a:t>
            </a:r>
            <a:r>
              <a:rPr kumimoji="0" lang="en-US" altLang="zh-CN" sz="2400"/>
              <a:t>, the algorithm </a:t>
            </a:r>
            <a:r>
              <a:rPr kumimoji="0" lang="en-US" altLang="zh-CN" sz="2400" i="1"/>
              <a:t>A</a:t>
            </a:r>
            <a:r>
              <a:rPr kumimoji="0" lang="en-US" altLang="zh-CN" sz="2400"/>
              <a:t> does at most W</a:t>
            </a:r>
            <a:r>
              <a:rPr kumimoji="0" lang="en-US" altLang="zh-CN" sz="2400" baseline="-25000"/>
              <a:t>A</a:t>
            </a:r>
            <a:r>
              <a:rPr kumimoji="0" lang="en-US" altLang="zh-CN" sz="2400"/>
              <a:t>(n) steps in the worst case (upper bound)</a:t>
            </a:r>
          </a:p>
          <a:p>
            <a:pPr lvl="1" eaLnBrk="1" hangingPunct="1">
              <a:lnSpc>
                <a:spcPct val="80000"/>
              </a:lnSpc>
            </a:pPr>
            <a:r>
              <a:rPr kumimoji="0" lang="en-US" altLang="zh-CN" sz="2400"/>
              <a:t>For some function </a:t>
            </a:r>
            <a:r>
              <a:rPr kumimoji="0" lang="en-US" altLang="zh-CN" sz="2400" i="1"/>
              <a:t>F</a:t>
            </a:r>
            <a:r>
              <a:rPr kumimoji="0" lang="en-US" altLang="zh-CN" sz="2400"/>
              <a:t>, it is provable that for any algorithm in the class under consideration, there is some input of size n for which the algorithm must perform at least </a:t>
            </a:r>
            <a:r>
              <a:rPr kumimoji="0" lang="en-US" altLang="zh-CN" sz="2400" i="1"/>
              <a:t>F</a:t>
            </a:r>
            <a:r>
              <a:rPr kumimoji="0" lang="en-US" altLang="zh-CN" sz="2400"/>
              <a:t>(n) steps (lower bound)</a:t>
            </a:r>
          </a:p>
          <a:p>
            <a:pPr lvl="1" eaLnBrk="1" hangingPunct="1">
              <a:lnSpc>
                <a:spcPct val="80000"/>
              </a:lnSpc>
            </a:pPr>
            <a:r>
              <a:rPr kumimoji="0" lang="en-US" altLang="zh-CN" sz="2400"/>
              <a:t>If W</a:t>
            </a:r>
            <a:r>
              <a:rPr kumimoji="0" lang="en-US" altLang="zh-CN" sz="2400" baseline="-25000"/>
              <a:t>A</a:t>
            </a:r>
            <a:r>
              <a:rPr kumimoji="0" lang="en-US" altLang="zh-CN" sz="2400"/>
              <a:t>=F, then </a:t>
            </a:r>
            <a:r>
              <a:rPr kumimoji="0" lang="en-US" altLang="zh-CN" sz="2400" i="1"/>
              <a:t>A</a:t>
            </a:r>
            <a:r>
              <a:rPr kumimoji="0" lang="en-US" altLang="zh-CN" sz="2400"/>
              <a:t> is optimal.</a:t>
            </a:r>
          </a:p>
        </p:txBody>
      </p:sp>
    </p:spTree>
  </p:cSld>
  <p:clrMapOvr>
    <a:masterClrMapping/>
  </p:clrMapOvr>
  <p:transition>
    <p:cover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1CC02E0A-FE86-A937-080A-5535F3D1B93A}"/>
              </a:ext>
            </a:extLst>
          </p:cNvPr>
          <p:cNvSpPr>
            <a:spLocks noGrp="1" noChangeArrowheads="1"/>
          </p:cNvSpPr>
          <p:nvPr>
            <p:ph type="title" idx="4294967295"/>
          </p:nvPr>
        </p:nvSpPr>
        <p:spPr/>
        <p:txBody>
          <a:bodyPr/>
          <a:lstStyle/>
          <a:p>
            <a:pPr eaLnBrk="1" hangingPunct="1"/>
            <a:r>
              <a:rPr kumimoji="0" lang="en-US" altLang="zh-CN"/>
              <a:t>Complexity of the Problem</a:t>
            </a:r>
          </a:p>
        </p:txBody>
      </p:sp>
      <p:sp>
        <p:nvSpPr>
          <p:cNvPr id="59394" name="Rectangle 3">
            <a:extLst>
              <a:ext uri="{FF2B5EF4-FFF2-40B4-BE49-F238E27FC236}">
                <a16:creationId xmlns:a16="http://schemas.microsoft.com/office/drawing/2014/main" id="{A4E83F50-47B9-9DAA-C6A9-9E469261B87A}"/>
              </a:ext>
            </a:extLst>
          </p:cNvPr>
          <p:cNvSpPr>
            <a:spLocks noGrp="1" noChangeArrowheads="1"/>
          </p:cNvSpPr>
          <p:nvPr>
            <p:ph type="body" idx="4294967295"/>
          </p:nvPr>
        </p:nvSpPr>
        <p:spPr/>
        <p:txBody>
          <a:bodyPr/>
          <a:lstStyle/>
          <a:p>
            <a:pPr eaLnBrk="1" hangingPunct="1"/>
            <a:r>
              <a:rPr kumimoji="0" lang="en-US" altLang="zh-CN" i="1"/>
              <a:t>F </a:t>
            </a:r>
            <a:r>
              <a:rPr kumimoji="0" lang="en-US" altLang="zh-CN"/>
              <a:t>is a lower bound for a class of algorithm means that:</a:t>
            </a:r>
            <a:r>
              <a:rPr kumimoji="0" lang="en-US" altLang="zh-CN" b="1" i="1"/>
              <a:t> For any algorithm in the class, and any input of size n, there is some input of size n for which the algorithm must perform at least F(n) basic operations.</a:t>
            </a:r>
            <a:endParaRPr kumimoji="0" lang="en-US" altLang="zh-CN" i="1"/>
          </a:p>
        </p:txBody>
      </p:sp>
    </p:spTree>
  </p:cSld>
  <p:clrMapOvr>
    <a:masterClrMapping/>
  </p:clrMapOvr>
  <p:transition>
    <p:cover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4AF9A326-93B5-38A6-0989-E2E9D4A0D79A}"/>
              </a:ext>
            </a:extLst>
          </p:cNvPr>
          <p:cNvSpPr>
            <a:spLocks noGrp="1" noChangeArrowheads="1"/>
          </p:cNvSpPr>
          <p:nvPr>
            <p:ph type="title" idx="4294967295"/>
          </p:nvPr>
        </p:nvSpPr>
        <p:spPr/>
        <p:txBody>
          <a:bodyPr/>
          <a:lstStyle/>
          <a:p>
            <a:pPr eaLnBrk="1" hangingPunct="1"/>
            <a:r>
              <a:rPr kumimoji="0" lang="en-US" altLang="zh-CN"/>
              <a:t>Eastblishing a lower bound</a:t>
            </a:r>
          </a:p>
        </p:txBody>
      </p:sp>
      <p:sp>
        <p:nvSpPr>
          <p:cNvPr id="60418" name="Rectangle 3">
            <a:extLst>
              <a:ext uri="{FF2B5EF4-FFF2-40B4-BE49-F238E27FC236}">
                <a16:creationId xmlns:a16="http://schemas.microsoft.com/office/drawing/2014/main" id="{6ED35E26-68BD-267B-DCBA-18FF531A872A}"/>
              </a:ext>
            </a:extLst>
          </p:cNvPr>
          <p:cNvSpPr>
            <a:spLocks noGrp="1" noChangeArrowheads="1"/>
          </p:cNvSpPr>
          <p:nvPr>
            <p:ph type="body" idx="4294967295"/>
          </p:nvPr>
        </p:nvSpPr>
        <p:spPr>
          <a:xfrm>
            <a:off x="328613" y="1941513"/>
            <a:ext cx="8564562" cy="4656137"/>
          </a:xfrm>
        </p:spPr>
        <p:txBody>
          <a:bodyPr/>
          <a:lstStyle/>
          <a:p>
            <a:pPr eaLnBrk="1" hangingPunct="1">
              <a:lnSpc>
                <a:spcPct val="80000"/>
              </a:lnSpc>
            </a:pPr>
            <a:r>
              <a:rPr kumimoji="0" lang="en-US" altLang="zh-CN" sz="2800"/>
              <a:t>Procedure:</a:t>
            </a:r>
            <a:endParaRPr kumimoji="0" lang="en-US" altLang="zh-CN" sz="2800" b="1"/>
          </a:p>
          <a:p>
            <a:pPr lvl="2" eaLnBrk="1" hangingPunct="1">
              <a:lnSpc>
                <a:spcPct val="80000"/>
              </a:lnSpc>
              <a:buFont typeface="Wingdings" pitchFamily="2" charset="2"/>
              <a:buNone/>
            </a:pPr>
            <a:r>
              <a:rPr kumimoji="0" lang="en-US" altLang="zh-CN" b="1"/>
              <a:t>int </a:t>
            </a:r>
            <a:r>
              <a:rPr kumimoji="0" lang="en-US" altLang="zh-CN"/>
              <a:t>findMax(E,n)</a:t>
            </a:r>
          </a:p>
          <a:p>
            <a:pPr lvl="2" eaLnBrk="1" hangingPunct="1">
              <a:lnSpc>
                <a:spcPct val="80000"/>
              </a:lnSpc>
              <a:buFont typeface="Wingdings" pitchFamily="2" charset="2"/>
              <a:buNone/>
            </a:pPr>
            <a:r>
              <a:rPr kumimoji="0" lang="en-US" altLang="zh-CN"/>
              <a:t>max=E(0)</a:t>
            </a:r>
          </a:p>
          <a:p>
            <a:pPr lvl="2" eaLnBrk="1" hangingPunct="1">
              <a:lnSpc>
                <a:spcPct val="80000"/>
              </a:lnSpc>
              <a:buFont typeface="Wingdings" pitchFamily="2" charset="2"/>
              <a:buNone/>
            </a:pPr>
            <a:r>
              <a:rPr kumimoji="0" lang="en-US" altLang="zh-CN" b="1"/>
              <a:t>for </a:t>
            </a:r>
            <a:r>
              <a:rPr kumimoji="0" lang="en-US" altLang="zh-CN"/>
              <a:t>(index=1;index&lt;n;index++)</a:t>
            </a:r>
          </a:p>
          <a:p>
            <a:pPr lvl="2" eaLnBrk="1" hangingPunct="1">
              <a:lnSpc>
                <a:spcPct val="80000"/>
              </a:lnSpc>
              <a:buFont typeface="Wingdings" pitchFamily="2" charset="2"/>
              <a:buNone/>
            </a:pPr>
            <a:r>
              <a:rPr kumimoji="0" lang="en-US" altLang="zh-CN"/>
              <a:t>	</a:t>
            </a:r>
            <a:r>
              <a:rPr kumimoji="0" lang="en-US" altLang="zh-CN" b="1"/>
              <a:t>if </a:t>
            </a:r>
            <a:r>
              <a:rPr kumimoji="0" lang="en-US" altLang="zh-CN"/>
              <a:t>(max&lt;E(index)</a:t>
            </a:r>
          </a:p>
          <a:p>
            <a:pPr lvl="2" eaLnBrk="1" hangingPunct="1">
              <a:lnSpc>
                <a:spcPct val="80000"/>
              </a:lnSpc>
              <a:buFont typeface="Wingdings" pitchFamily="2" charset="2"/>
              <a:buNone/>
            </a:pPr>
            <a:r>
              <a:rPr kumimoji="0" lang="en-US" altLang="zh-CN"/>
              <a:t>		max=E(index);</a:t>
            </a:r>
          </a:p>
          <a:p>
            <a:pPr lvl="2" eaLnBrk="1" hangingPunct="1">
              <a:lnSpc>
                <a:spcPct val="80000"/>
              </a:lnSpc>
              <a:buFont typeface="Wingdings" pitchFamily="2" charset="2"/>
              <a:buNone/>
            </a:pPr>
            <a:r>
              <a:rPr kumimoji="0" lang="en-US" altLang="zh-CN" b="1"/>
              <a:t>return</a:t>
            </a:r>
            <a:r>
              <a:rPr kumimoji="0" lang="en-US" altLang="zh-CN"/>
              <a:t> max</a:t>
            </a:r>
          </a:p>
          <a:p>
            <a:pPr eaLnBrk="1" hangingPunct="1">
              <a:lnSpc>
                <a:spcPct val="80000"/>
              </a:lnSpc>
            </a:pPr>
            <a:r>
              <a:rPr kumimoji="0" lang="en-US" altLang="zh-CN" sz="2800"/>
              <a:t>Lower bound</a:t>
            </a:r>
          </a:p>
          <a:p>
            <a:pPr lvl="2" eaLnBrk="1" hangingPunct="1">
              <a:lnSpc>
                <a:spcPct val="80000"/>
              </a:lnSpc>
              <a:buFont typeface="Wingdings" pitchFamily="2" charset="2"/>
              <a:buNone/>
            </a:pPr>
            <a:r>
              <a:rPr kumimoji="0" lang="en-US" altLang="zh-CN"/>
              <a:t>For any algorithm A that can compare and copy numbers exclusively, if A does fewer than n-1 comparisons in any case, we can always provide a right input so that A will output a wrong result.</a:t>
            </a:r>
          </a:p>
        </p:txBody>
      </p:sp>
      <p:sp>
        <p:nvSpPr>
          <p:cNvPr id="31748" name="Text Box 5">
            <a:extLst>
              <a:ext uri="{FF2B5EF4-FFF2-40B4-BE49-F238E27FC236}">
                <a16:creationId xmlns:a16="http://schemas.microsoft.com/office/drawing/2014/main" id="{BD042AF8-601F-77EF-4AE9-4E8F63BCB9A2}"/>
              </a:ext>
            </a:extLst>
          </p:cNvPr>
          <p:cNvSpPr txBox="1">
            <a:spLocks noChangeArrowheads="1"/>
          </p:cNvSpPr>
          <p:nvPr/>
        </p:nvSpPr>
        <p:spPr bwMode="auto">
          <a:xfrm>
            <a:off x="5508625" y="1989138"/>
            <a:ext cx="3097213" cy="1797050"/>
          </a:xfrm>
          <a:prstGeom prst="rect">
            <a:avLst/>
          </a:prstGeom>
          <a:solidFill>
            <a:srgbClr val="CCFFCC"/>
          </a:solidFill>
          <a:ln w="57150" cmpd="thinThick">
            <a:solidFill>
              <a:srgbClr val="99CC00"/>
            </a:solidFill>
            <a:miter lim="800000"/>
            <a:headEnd/>
            <a:tailEnd/>
          </a:ln>
          <a:effectLst>
            <a:outerShdw blurRad="63500" dist="107763" dir="18900000" algn="ctr" rotWithShape="0">
              <a:schemeClr val="bg2">
                <a:alpha val="50000"/>
              </a:schemeClr>
            </a:outerShdw>
          </a:effec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r>
              <a:rPr kumimoji="0" lang="en-US" altLang="zh-CN" sz="1800"/>
              <a:t>The problem:</a:t>
            </a:r>
          </a:p>
          <a:p>
            <a:pPr lvl="1"/>
            <a:r>
              <a:rPr kumimoji="0" lang="en-US" altLang="zh-CN" sz="1800" b="1">
                <a:solidFill>
                  <a:srgbClr val="FF3300"/>
                </a:solidFill>
              </a:rPr>
              <a:t>Input</a:t>
            </a:r>
            <a:r>
              <a:rPr kumimoji="0" lang="en-US" altLang="zh-CN" sz="1800"/>
              <a:t>: number array E with n entries indexed as 0,…n-1</a:t>
            </a:r>
          </a:p>
          <a:p>
            <a:pPr lvl="1"/>
            <a:r>
              <a:rPr kumimoji="0" lang="en-US" altLang="zh-CN" sz="1800" b="1">
                <a:solidFill>
                  <a:srgbClr val="FF3300"/>
                </a:solidFill>
              </a:rPr>
              <a:t>Output</a:t>
            </a:r>
            <a:r>
              <a:rPr kumimoji="0" lang="en-US" altLang="zh-CN" sz="1800"/>
              <a:t>: Return max, the largest entry in E</a:t>
            </a:r>
            <a:endParaRPr kumimoji="0" lang="zh-CN" altLang="en-US" sz="1800"/>
          </a:p>
        </p:txBody>
      </p:sp>
    </p:spTree>
  </p:cSld>
  <p:clrMapOvr>
    <a:masterClrMapping/>
  </p:clrMapOvr>
  <p:transition>
    <p:cover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D7D8EC60-8FC5-0CF5-8AE4-E3718F5F0891}"/>
              </a:ext>
            </a:extLst>
          </p:cNvPr>
          <p:cNvSpPr>
            <a:spLocks noGrp="1" noChangeArrowheads="1"/>
          </p:cNvSpPr>
          <p:nvPr>
            <p:ph type="title" idx="4294967295"/>
          </p:nvPr>
        </p:nvSpPr>
        <p:spPr/>
        <p:txBody>
          <a:bodyPr/>
          <a:lstStyle/>
          <a:p>
            <a:pPr eaLnBrk="1" hangingPunct="1"/>
            <a:r>
              <a:rPr kumimoji="0" lang="en-US" altLang="zh-CN"/>
              <a:t>Bounds: Upper and Lower</a:t>
            </a:r>
          </a:p>
        </p:txBody>
      </p:sp>
      <p:sp>
        <p:nvSpPr>
          <p:cNvPr id="61442" name="Rectangle 3">
            <a:extLst>
              <a:ext uri="{FF2B5EF4-FFF2-40B4-BE49-F238E27FC236}">
                <a16:creationId xmlns:a16="http://schemas.microsoft.com/office/drawing/2014/main" id="{4129B942-AEE2-E23B-8594-C4368CB85B5F}"/>
              </a:ext>
            </a:extLst>
          </p:cNvPr>
          <p:cNvSpPr>
            <a:spLocks noGrp="1" noChangeArrowheads="1"/>
          </p:cNvSpPr>
          <p:nvPr>
            <p:ph type="body" idx="4294967295"/>
          </p:nvPr>
        </p:nvSpPr>
        <p:spPr/>
        <p:txBody>
          <a:bodyPr/>
          <a:lstStyle/>
          <a:p>
            <a:pPr eaLnBrk="1" hangingPunct="1"/>
            <a:r>
              <a:rPr kumimoji="0" lang="en-US" altLang="zh-CN" sz="2800" b="1">
                <a:solidFill>
                  <a:srgbClr val="006600"/>
                </a:solidFill>
              </a:rPr>
              <a:t>For a specific algorithm</a:t>
            </a:r>
            <a:r>
              <a:rPr kumimoji="0" lang="en-US" altLang="zh-CN" sz="2800"/>
              <a:t> (to solve a given problem), the </a:t>
            </a:r>
            <a:r>
              <a:rPr kumimoji="0" lang="en-US" altLang="en-US" sz="2800"/>
              <a:t>“</a:t>
            </a:r>
            <a:r>
              <a:rPr kumimoji="0" lang="en-US" altLang="zh-CN" sz="2800" b="1">
                <a:solidFill>
                  <a:srgbClr val="FF3300"/>
                </a:solidFill>
              </a:rPr>
              <a:t>upper bound</a:t>
            </a:r>
            <a:r>
              <a:rPr kumimoji="0" lang="en-US" altLang="en-US" sz="2800"/>
              <a:t>”</a:t>
            </a:r>
            <a:r>
              <a:rPr kumimoji="0" lang="en-US" altLang="zh-CN" sz="2800"/>
              <a:t> is a cost value </a:t>
            </a:r>
            <a:r>
              <a:rPr kumimoji="0" lang="en-US" altLang="zh-CN" sz="2800" b="1">
                <a:solidFill>
                  <a:srgbClr val="FF3300"/>
                </a:solidFill>
              </a:rPr>
              <a:t>no less than</a:t>
            </a:r>
            <a:r>
              <a:rPr kumimoji="0" lang="en-US" altLang="zh-CN" sz="2800"/>
              <a:t> the maximum cost for the algorithm to deal with the worst input.</a:t>
            </a:r>
          </a:p>
          <a:p>
            <a:pPr eaLnBrk="1" hangingPunct="1"/>
            <a:r>
              <a:rPr kumimoji="0" lang="en-US" altLang="zh-CN" sz="2800" b="1">
                <a:solidFill>
                  <a:srgbClr val="006600"/>
                </a:solidFill>
              </a:rPr>
              <a:t>For a given problem</a:t>
            </a:r>
            <a:r>
              <a:rPr kumimoji="0" lang="en-US" altLang="zh-CN" sz="2800"/>
              <a:t>, the </a:t>
            </a:r>
            <a:r>
              <a:rPr kumimoji="0" lang="en-US" altLang="en-US" sz="2800"/>
              <a:t>“</a:t>
            </a:r>
            <a:r>
              <a:rPr kumimoji="0" lang="en-US" altLang="zh-CN" sz="2800" b="1">
                <a:solidFill>
                  <a:srgbClr val="FF3300"/>
                </a:solidFill>
              </a:rPr>
              <a:t>lower bound</a:t>
            </a:r>
            <a:r>
              <a:rPr kumimoji="0" lang="en-US" altLang="en-US" sz="2800"/>
              <a:t>”</a:t>
            </a:r>
            <a:r>
              <a:rPr kumimoji="0" lang="en-US" altLang="zh-CN" sz="2800"/>
              <a:t> is a cost value </a:t>
            </a:r>
            <a:r>
              <a:rPr kumimoji="0" lang="en-US" altLang="zh-CN" sz="2800" b="1">
                <a:solidFill>
                  <a:srgbClr val="FF3300"/>
                </a:solidFill>
              </a:rPr>
              <a:t>no larger than</a:t>
            </a:r>
            <a:r>
              <a:rPr kumimoji="0" lang="en-US" altLang="zh-CN" sz="2800"/>
              <a:t> any algorithm (known or unknown) can achieve for solving the problem.</a:t>
            </a:r>
          </a:p>
          <a:p>
            <a:pPr eaLnBrk="1" hangingPunct="1"/>
            <a:r>
              <a:rPr kumimoji="0" lang="en-US" altLang="zh-CN" sz="2800"/>
              <a:t>A computer scientist want to make the two bounds meet.</a:t>
            </a:r>
          </a:p>
          <a:p>
            <a:pPr eaLnBrk="1" hangingPunct="1"/>
            <a:endParaRPr kumimoji="0" lang="en-US" altLang="zh-CN" sz="2800"/>
          </a:p>
        </p:txBody>
      </p:sp>
    </p:spTree>
  </p:cSld>
  <p:clrMapOvr>
    <a:masterClrMapping/>
  </p:clrMapOvr>
  <p:transition>
    <p:cover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0F6FC3A2-82E5-2D00-3037-B09A88998EB8}"/>
              </a:ext>
            </a:extLst>
          </p:cNvPr>
          <p:cNvSpPr>
            <a:spLocks noGrp="1" noChangeArrowheads="1"/>
          </p:cNvSpPr>
          <p:nvPr>
            <p:ph type="title" idx="4294967295"/>
          </p:nvPr>
        </p:nvSpPr>
        <p:spPr/>
        <p:txBody>
          <a:bodyPr/>
          <a:lstStyle/>
          <a:p>
            <a:pPr eaLnBrk="1" hangingPunct="1"/>
            <a:r>
              <a:rPr kumimoji="0" lang="en-US" altLang="zh-CN"/>
              <a:t>Beyond Classics</a:t>
            </a:r>
          </a:p>
        </p:txBody>
      </p:sp>
      <p:sp>
        <p:nvSpPr>
          <p:cNvPr id="62466" name="Rectangle 3">
            <a:extLst>
              <a:ext uri="{FF2B5EF4-FFF2-40B4-BE49-F238E27FC236}">
                <a16:creationId xmlns:a16="http://schemas.microsoft.com/office/drawing/2014/main" id="{6A13C6F5-7FB2-9723-1F3D-0277452C5939}"/>
              </a:ext>
            </a:extLst>
          </p:cNvPr>
          <p:cNvSpPr>
            <a:spLocks noGrp="1" noChangeArrowheads="1"/>
          </p:cNvSpPr>
          <p:nvPr>
            <p:ph type="body" idx="4294967295"/>
          </p:nvPr>
        </p:nvSpPr>
        <p:spPr/>
        <p:txBody>
          <a:bodyPr/>
          <a:lstStyle/>
          <a:p>
            <a:pPr eaLnBrk="1" hangingPunct="1">
              <a:lnSpc>
                <a:spcPct val="90000"/>
              </a:lnSpc>
            </a:pPr>
            <a:r>
              <a:rPr kumimoji="0" lang="en-US" altLang="zh-CN"/>
              <a:t>Approximation</a:t>
            </a:r>
          </a:p>
          <a:p>
            <a:pPr lvl="1" eaLnBrk="1" hangingPunct="1">
              <a:lnSpc>
                <a:spcPct val="90000"/>
              </a:lnSpc>
            </a:pPr>
            <a:r>
              <a:rPr kumimoji="0" lang="en-US" altLang="zh-CN"/>
              <a:t>To deal with the intractability of some optimization problems</a:t>
            </a:r>
          </a:p>
          <a:p>
            <a:pPr eaLnBrk="1" hangingPunct="1">
              <a:lnSpc>
                <a:spcPct val="90000"/>
              </a:lnSpc>
            </a:pPr>
            <a:r>
              <a:rPr kumimoji="0" lang="en-US" altLang="zh-CN"/>
              <a:t>Online</a:t>
            </a:r>
          </a:p>
          <a:p>
            <a:pPr lvl="1" eaLnBrk="1" hangingPunct="1">
              <a:lnSpc>
                <a:spcPct val="90000"/>
              </a:lnSpc>
            </a:pPr>
            <a:r>
              <a:rPr kumimoji="0" lang="en-US" altLang="zh-CN"/>
              <a:t>To deal with the incompleteness of information about the future</a:t>
            </a:r>
          </a:p>
          <a:p>
            <a:pPr eaLnBrk="1" hangingPunct="1">
              <a:lnSpc>
                <a:spcPct val="90000"/>
              </a:lnSpc>
            </a:pPr>
            <a:r>
              <a:rPr kumimoji="0" lang="en-US" altLang="zh-CN"/>
              <a:t>???</a:t>
            </a:r>
          </a:p>
          <a:p>
            <a:pPr lvl="1" eaLnBrk="1" hangingPunct="1">
              <a:lnSpc>
                <a:spcPct val="90000"/>
              </a:lnSpc>
            </a:pPr>
            <a:r>
              <a:rPr kumimoji="0" lang="en-US" altLang="zh-CN"/>
              <a:t>To deal with the differences among the objectives of participating agents </a:t>
            </a:r>
          </a:p>
        </p:txBody>
      </p:sp>
    </p:spTree>
  </p:cSld>
  <p:clrMapOvr>
    <a:masterClrMapping/>
  </p:clrMapOvr>
  <p:transition>
    <p:cover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F913955F-DB9B-3A86-1B9E-2B90411F590B}"/>
              </a:ext>
            </a:extLst>
          </p:cNvPr>
          <p:cNvSpPr>
            <a:spLocks noGrp="1" noChangeArrowheads="1"/>
          </p:cNvSpPr>
          <p:nvPr>
            <p:ph type="title" idx="4294967295"/>
          </p:nvPr>
        </p:nvSpPr>
        <p:spPr/>
        <p:txBody>
          <a:bodyPr/>
          <a:lstStyle/>
          <a:p>
            <a:pPr eaLnBrk="1" hangingPunct="1"/>
            <a:r>
              <a:rPr kumimoji="0" lang="en-US" altLang="zh-CN"/>
              <a:t>Home Assignment</a:t>
            </a:r>
          </a:p>
        </p:txBody>
      </p:sp>
      <p:sp>
        <p:nvSpPr>
          <p:cNvPr id="63490" name="Rectangle 3">
            <a:extLst>
              <a:ext uri="{FF2B5EF4-FFF2-40B4-BE49-F238E27FC236}">
                <a16:creationId xmlns:a16="http://schemas.microsoft.com/office/drawing/2014/main" id="{2F367E12-1310-F26F-22FD-656C31F74DBF}"/>
              </a:ext>
            </a:extLst>
          </p:cNvPr>
          <p:cNvSpPr>
            <a:spLocks noGrp="1" noChangeArrowheads="1"/>
          </p:cNvSpPr>
          <p:nvPr>
            <p:ph type="body" idx="4294967295"/>
          </p:nvPr>
        </p:nvSpPr>
        <p:spPr/>
        <p:txBody>
          <a:bodyPr/>
          <a:lstStyle/>
          <a:p>
            <a:pPr eaLnBrk="1" hangingPunct="1">
              <a:lnSpc>
                <a:spcPct val="90000"/>
              </a:lnSpc>
            </a:pPr>
            <a:r>
              <a:rPr kumimoji="0" lang="en-US" altLang="zh-CN" sz="2800"/>
              <a:t>pp.61 – </a:t>
            </a:r>
          </a:p>
          <a:p>
            <a:pPr lvl="1" eaLnBrk="1" hangingPunct="1">
              <a:lnSpc>
                <a:spcPct val="90000"/>
              </a:lnSpc>
            </a:pPr>
            <a:r>
              <a:rPr kumimoji="0" lang="en-US" altLang="zh-CN" sz="2400"/>
              <a:t>1.5</a:t>
            </a:r>
          </a:p>
          <a:p>
            <a:pPr lvl="1" eaLnBrk="1" hangingPunct="1">
              <a:lnSpc>
                <a:spcPct val="90000"/>
              </a:lnSpc>
            </a:pPr>
            <a:r>
              <a:rPr kumimoji="0" lang="en-US" altLang="zh-CN" sz="2400"/>
              <a:t>1.12</a:t>
            </a:r>
          </a:p>
          <a:p>
            <a:pPr lvl="1" eaLnBrk="1" hangingPunct="1">
              <a:lnSpc>
                <a:spcPct val="90000"/>
              </a:lnSpc>
            </a:pPr>
            <a:r>
              <a:rPr kumimoji="0" lang="en-US" altLang="zh-CN" sz="2400"/>
              <a:t>1.16 – 1.19</a:t>
            </a:r>
          </a:p>
          <a:p>
            <a:pPr eaLnBrk="1" hangingPunct="1">
              <a:lnSpc>
                <a:spcPct val="90000"/>
              </a:lnSpc>
            </a:pPr>
            <a:r>
              <a:rPr kumimoji="0" lang="en-US" altLang="zh-CN" sz="2800"/>
              <a:t>Additional</a:t>
            </a:r>
          </a:p>
          <a:p>
            <a:pPr lvl="1" eaLnBrk="1" hangingPunct="1">
              <a:lnSpc>
                <a:spcPct val="90000"/>
              </a:lnSpc>
            </a:pPr>
            <a:r>
              <a:rPr kumimoji="0" lang="en-US" altLang="zh-CN" sz="2400"/>
              <a:t>Other than speed, what other measures of efficiency might one use in a real-world setting?</a:t>
            </a:r>
          </a:p>
          <a:p>
            <a:pPr lvl="1" eaLnBrk="1" hangingPunct="1">
              <a:lnSpc>
                <a:spcPct val="90000"/>
              </a:lnSpc>
            </a:pPr>
            <a:r>
              <a:rPr kumimoji="0" lang="en-US" altLang="zh-CN" sz="2400"/>
              <a:t>Come up with a real-world problem in which only the best solution will do. Then come up with one in which a solution that is </a:t>
            </a:r>
            <a:r>
              <a:rPr kumimoji="0" lang="en-US" altLang="en-US" sz="2400"/>
              <a:t>“</a:t>
            </a:r>
            <a:r>
              <a:rPr kumimoji="0" lang="en-US" altLang="zh-CN" sz="2400"/>
              <a:t>approximately</a:t>
            </a:r>
            <a:r>
              <a:rPr kumimoji="0" lang="en-US" altLang="en-US" sz="2400"/>
              <a:t>”</a:t>
            </a:r>
            <a:r>
              <a:rPr kumimoji="0" lang="en-US" altLang="zh-CN" sz="2400"/>
              <a:t> the best is good enough.</a:t>
            </a:r>
          </a:p>
          <a:p>
            <a:pPr lvl="1" eaLnBrk="1" hangingPunct="1">
              <a:lnSpc>
                <a:spcPct val="90000"/>
              </a:lnSpc>
            </a:pPr>
            <a:endParaRPr kumimoji="0" lang="en-US" altLang="zh-CN" sz="2400"/>
          </a:p>
        </p:txBody>
      </p:sp>
    </p:spTree>
  </p:cSld>
  <p:clrMapOvr>
    <a:masterClrMapping/>
  </p:clrMapOvr>
  <p:transition>
    <p:cover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D44152B-A7F4-8976-E84A-51FFF025C18B}"/>
              </a:ext>
            </a:extLst>
          </p:cNvPr>
          <p:cNvSpPr>
            <a:spLocks noGrp="1" noChangeArrowheads="1"/>
          </p:cNvSpPr>
          <p:nvPr>
            <p:ph type="title" idx="4294967295"/>
          </p:nvPr>
        </p:nvSpPr>
        <p:spPr/>
        <p:txBody>
          <a:bodyPr/>
          <a:lstStyle/>
          <a:p>
            <a:pPr eaLnBrk="1" hangingPunct="1"/>
            <a:r>
              <a:rPr kumimoji="0" lang="en-US" altLang="zh-CN"/>
              <a:t>Algorithm vs. Computer Science</a:t>
            </a:r>
          </a:p>
        </p:txBody>
      </p:sp>
      <p:sp>
        <p:nvSpPr>
          <p:cNvPr id="64514" name="Rectangle 3">
            <a:extLst>
              <a:ext uri="{FF2B5EF4-FFF2-40B4-BE49-F238E27FC236}">
                <a16:creationId xmlns:a16="http://schemas.microsoft.com/office/drawing/2014/main" id="{593F2340-8979-7EF4-4CD1-7C8B51494084}"/>
              </a:ext>
            </a:extLst>
          </p:cNvPr>
          <p:cNvSpPr>
            <a:spLocks noGrp="1" noChangeArrowheads="1"/>
          </p:cNvSpPr>
          <p:nvPr>
            <p:ph type="body" idx="4294967295"/>
          </p:nvPr>
        </p:nvSpPr>
        <p:spPr>
          <a:xfrm>
            <a:off x="250825" y="1773238"/>
            <a:ext cx="8561388" cy="3762375"/>
          </a:xfrm>
        </p:spPr>
        <p:txBody>
          <a:bodyPr/>
          <a:lstStyle/>
          <a:p>
            <a:pPr eaLnBrk="1" hangingPunct="1">
              <a:lnSpc>
                <a:spcPct val="90000"/>
              </a:lnSpc>
            </a:pPr>
            <a:r>
              <a:rPr kumimoji="0" lang="en-US" altLang="zh-CN" sz="2400"/>
              <a:t>Sometimes people ask: </a:t>
            </a:r>
            <a:r>
              <a:rPr kumimoji="0" lang="en-US" altLang="en-US" sz="2400"/>
              <a:t>“</a:t>
            </a:r>
            <a:r>
              <a:rPr kumimoji="0" lang="en-US" altLang="zh-CN" sz="2400"/>
              <a:t>What really is computer science? Why don</a:t>
            </a:r>
            <a:r>
              <a:rPr kumimoji="0" lang="en-US" altLang="en-US" sz="2400"/>
              <a:t>’</a:t>
            </a:r>
            <a:r>
              <a:rPr kumimoji="0" lang="en-US" altLang="zh-CN" sz="2400"/>
              <a:t>t we have telephone science? Telephone, it might be argued, are as important to modern life as computer are, perhaps even more so. A slightly more focused question is whether computer science is not covered by such classical disciplines as mathematics, physics, electrical engineering, linguistics, logic and philosophy.</a:t>
            </a:r>
          </a:p>
          <a:p>
            <a:pPr eaLnBrk="1" hangingPunct="1">
              <a:lnSpc>
                <a:spcPct val="90000"/>
              </a:lnSpc>
              <a:buFont typeface="Wingdings" pitchFamily="2" charset="2"/>
              <a:buNone/>
            </a:pPr>
            <a:r>
              <a:rPr kumimoji="0" lang="en-US" altLang="zh-CN" sz="2400"/>
              <a:t>     We would do best not to pretend that we can answer these questions here and now. The hope, however, is that the course will implicitly convey something of the uniqueness and universality of the study of algorithm, and hence something of the importance of computer science as an autonomous field of study.</a:t>
            </a:r>
            <a:r>
              <a:rPr kumimoji="0" lang="en-US" altLang="zh-CN" sz="1800"/>
              <a:t>                      </a:t>
            </a:r>
          </a:p>
          <a:p>
            <a:pPr eaLnBrk="1" hangingPunct="1">
              <a:lnSpc>
                <a:spcPct val="90000"/>
              </a:lnSpc>
              <a:buFont typeface="Wingdings" pitchFamily="2" charset="2"/>
              <a:buNone/>
            </a:pPr>
            <a:r>
              <a:rPr kumimoji="0" lang="en-US" altLang="zh-CN" sz="1800"/>
              <a:t>                         - adapted from </a:t>
            </a:r>
            <a:r>
              <a:rPr kumimoji="0" lang="en-US" altLang="zh-CN" sz="1800" i="1"/>
              <a:t>Harel: </a:t>
            </a:r>
            <a:r>
              <a:rPr kumimoji="0" lang="en-US" altLang="en-US" sz="1800" i="1"/>
              <a:t>“</a:t>
            </a:r>
            <a:r>
              <a:rPr kumimoji="0" lang="en-US" altLang="zh-CN" sz="1800" i="1"/>
              <a:t>Algorithmics, the Spirit of Computing</a:t>
            </a:r>
            <a:r>
              <a:rPr kumimoji="0" lang="en-US" altLang="en-US" sz="1800" i="1"/>
              <a:t>”</a:t>
            </a:r>
            <a:endParaRPr kumimoji="0" lang="en-US" altLang="zh-CN" sz="1800" i="1"/>
          </a:p>
        </p:txBody>
      </p:sp>
    </p:spTree>
  </p:cSld>
  <p:clrMapOvr>
    <a:masterClrMapping/>
  </p:clrMapOvr>
  <p:transition>
    <p:cover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5A42547F-56AD-B60D-47E8-39723C6ED676}"/>
              </a:ext>
            </a:extLst>
          </p:cNvPr>
          <p:cNvSpPr>
            <a:spLocks noGrp="1" noChangeArrowheads="1"/>
          </p:cNvSpPr>
          <p:nvPr>
            <p:ph type="title" idx="4294967295"/>
          </p:nvPr>
        </p:nvSpPr>
        <p:spPr/>
        <p:txBody>
          <a:bodyPr/>
          <a:lstStyle/>
          <a:p>
            <a:pPr eaLnBrk="1" hangingPunct="1"/>
            <a:r>
              <a:rPr kumimoji="0" lang="en-US" altLang="zh-CN"/>
              <a:t>References</a:t>
            </a:r>
          </a:p>
        </p:txBody>
      </p:sp>
      <p:sp>
        <p:nvSpPr>
          <p:cNvPr id="65538" name="Rectangle 3">
            <a:extLst>
              <a:ext uri="{FF2B5EF4-FFF2-40B4-BE49-F238E27FC236}">
                <a16:creationId xmlns:a16="http://schemas.microsoft.com/office/drawing/2014/main" id="{C9B66207-2D10-E270-267E-3D25404DBBFD}"/>
              </a:ext>
            </a:extLst>
          </p:cNvPr>
          <p:cNvSpPr>
            <a:spLocks noGrp="1" noChangeArrowheads="1"/>
          </p:cNvSpPr>
          <p:nvPr>
            <p:ph type="body" idx="4294967295"/>
          </p:nvPr>
        </p:nvSpPr>
        <p:spPr>
          <a:xfrm>
            <a:off x="179388" y="1773238"/>
            <a:ext cx="8713787" cy="4114800"/>
          </a:xfrm>
        </p:spPr>
        <p:txBody>
          <a:bodyPr/>
          <a:lstStyle/>
          <a:p>
            <a:pPr eaLnBrk="1" hangingPunct="1">
              <a:lnSpc>
                <a:spcPct val="90000"/>
              </a:lnSpc>
            </a:pPr>
            <a:r>
              <a:rPr kumimoji="0" lang="en-US" altLang="zh-CN" sz="2800"/>
              <a:t>Classics</a:t>
            </a:r>
          </a:p>
          <a:p>
            <a:pPr lvl="1" eaLnBrk="1" hangingPunct="1">
              <a:lnSpc>
                <a:spcPct val="90000"/>
              </a:lnSpc>
            </a:pPr>
            <a:r>
              <a:rPr kumimoji="0" lang="en-US" altLang="zh-CN" sz="2400"/>
              <a:t>Donald E.Knuth. </a:t>
            </a:r>
            <a:r>
              <a:rPr kumimoji="0" lang="en-US" altLang="zh-CN" sz="2400" i="1"/>
              <a:t>The Art of Computer Programming</a:t>
            </a:r>
            <a:endParaRPr kumimoji="0" lang="en-US" altLang="zh-CN" sz="2400"/>
          </a:p>
          <a:p>
            <a:pPr lvl="2" eaLnBrk="1" hangingPunct="1">
              <a:lnSpc>
                <a:spcPct val="90000"/>
              </a:lnSpc>
            </a:pPr>
            <a:r>
              <a:rPr kumimoji="0" lang="en-US" altLang="zh-CN" sz="2000"/>
              <a:t>Vol.1 Fundamental Algorithms</a:t>
            </a:r>
          </a:p>
          <a:p>
            <a:pPr lvl="2" eaLnBrk="1" hangingPunct="1">
              <a:lnSpc>
                <a:spcPct val="90000"/>
              </a:lnSpc>
            </a:pPr>
            <a:r>
              <a:rPr kumimoji="0" lang="en-US" altLang="zh-CN" sz="2000"/>
              <a:t>Vol.2 Semi-numerical Algorithms</a:t>
            </a:r>
          </a:p>
          <a:p>
            <a:pPr lvl="2" eaLnBrk="1" hangingPunct="1">
              <a:lnSpc>
                <a:spcPct val="90000"/>
              </a:lnSpc>
            </a:pPr>
            <a:r>
              <a:rPr kumimoji="0" lang="en-US" altLang="zh-CN" sz="2000"/>
              <a:t>Vol.3 Sorting and Searching</a:t>
            </a:r>
          </a:p>
          <a:p>
            <a:pPr eaLnBrk="1" hangingPunct="1">
              <a:lnSpc>
                <a:spcPct val="90000"/>
              </a:lnSpc>
            </a:pPr>
            <a:r>
              <a:rPr kumimoji="0" lang="en-US" altLang="zh-CN" sz="2800"/>
              <a:t>Popular textbooks</a:t>
            </a:r>
          </a:p>
          <a:p>
            <a:pPr lvl="1" eaLnBrk="1" hangingPunct="1">
              <a:lnSpc>
                <a:spcPct val="90000"/>
              </a:lnSpc>
            </a:pPr>
            <a:r>
              <a:rPr kumimoji="0" lang="en-US" altLang="zh-CN" sz="2400"/>
              <a:t>Thomas H.Cormen, etc. </a:t>
            </a:r>
            <a:r>
              <a:rPr kumimoji="0" lang="en-US" altLang="zh-CN" sz="2400" i="1"/>
              <a:t>Introduction to Algorithms</a:t>
            </a:r>
          </a:p>
          <a:p>
            <a:pPr lvl="1" eaLnBrk="1" hangingPunct="1">
              <a:lnSpc>
                <a:spcPct val="90000"/>
              </a:lnSpc>
            </a:pPr>
            <a:r>
              <a:rPr kumimoji="0" lang="en-US" altLang="zh-CN" sz="2400"/>
              <a:t>Robert Sedgewick. </a:t>
            </a:r>
            <a:r>
              <a:rPr kumimoji="0" lang="en-US" altLang="zh-CN" sz="2400" i="1"/>
              <a:t>Algorithms</a:t>
            </a:r>
            <a:r>
              <a:rPr kumimoji="0" lang="en-US" altLang="zh-CN" sz="2400"/>
              <a:t> </a:t>
            </a:r>
            <a:r>
              <a:rPr kumimoji="0" lang="en-US" altLang="zh-CN" sz="2000">
                <a:solidFill>
                  <a:srgbClr val="0099CC"/>
                </a:solidFill>
              </a:rPr>
              <a:t>(with different versions using different programming languages)</a:t>
            </a:r>
          </a:p>
          <a:p>
            <a:pPr eaLnBrk="1" hangingPunct="1">
              <a:lnSpc>
                <a:spcPct val="90000"/>
              </a:lnSpc>
            </a:pPr>
            <a:r>
              <a:rPr kumimoji="0" lang="en-US" altLang="zh-CN" sz="2800"/>
              <a:t>Advanced mathematical techniques</a:t>
            </a:r>
          </a:p>
          <a:p>
            <a:pPr lvl="1" eaLnBrk="1" hangingPunct="1">
              <a:lnSpc>
                <a:spcPct val="90000"/>
              </a:lnSpc>
            </a:pPr>
            <a:r>
              <a:rPr kumimoji="0" lang="en-US" altLang="zh-CN" sz="2400"/>
              <a:t>Graham, Knuth, etc. </a:t>
            </a:r>
            <a:r>
              <a:rPr kumimoji="0" lang="en-US" altLang="zh-CN" sz="2400" i="1"/>
              <a:t>Concrete Mathematics: A Foundation for Computer Science</a:t>
            </a:r>
          </a:p>
        </p:txBody>
      </p:sp>
    </p:spTree>
  </p:cSld>
  <p:clrMapOvr>
    <a:masterClrMapping/>
  </p:clrMapOvr>
  <p:transition>
    <p:cover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9DED7DD5-4091-F0E8-A324-1823BE75A700}"/>
              </a:ext>
            </a:extLst>
          </p:cNvPr>
          <p:cNvSpPr>
            <a:spLocks noGrp="1" noChangeArrowheads="1"/>
          </p:cNvSpPr>
          <p:nvPr>
            <p:ph type="title" idx="4294967295"/>
          </p:nvPr>
        </p:nvSpPr>
        <p:spPr/>
        <p:txBody>
          <a:bodyPr/>
          <a:lstStyle/>
          <a:p>
            <a:pPr eaLnBrk="1" hangingPunct="1"/>
            <a:r>
              <a:rPr kumimoji="0" lang="en-US" altLang="zh-CN"/>
              <a:t>You Have Choices</a:t>
            </a:r>
          </a:p>
        </p:txBody>
      </p:sp>
      <p:sp>
        <p:nvSpPr>
          <p:cNvPr id="66562" name="Rectangle 3">
            <a:extLst>
              <a:ext uri="{FF2B5EF4-FFF2-40B4-BE49-F238E27FC236}">
                <a16:creationId xmlns:a16="http://schemas.microsoft.com/office/drawing/2014/main" id="{7B8FD295-3C69-76B6-8471-4C4A93216F32}"/>
              </a:ext>
            </a:extLst>
          </p:cNvPr>
          <p:cNvSpPr>
            <a:spLocks noGrp="1" noChangeArrowheads="1"/>
          </p:cNvSpPr>
          <p:nvPr>
            <p:ph type="body" idx="4294967295"/>
          </p:nvPr>
        </p:nvSpPr>
        <p:spPr>
          <a:xfrm>
            <a:off x="328613" y="1844675"/>
            <a:ext cx="8564562" cy="4211638"/>
          </a:xfrm>
        </p:spPr>
        <p:txBody>
          <a:bodyPr/>
          <a:lstStyle/>
          <a:p>
            <a:pPr eaLnBrk="1" hangingPunct="1">
              <a:lnSpc>
                <a:spcPct val="90000"/>
              </a:lnSpc>
            </a:pPr>
            <a:r>
              <a:rPr kumimoji="0" lang="en-US" altLang="zh-CN" sz="2800"/>
              <a:t>Design Techniques Oriented Textbooks</a:t>
            </a:r>
          </a:p>
          <a:p>
            <a:pPr lvl="1" eaLnBrk="1" hangingPunct="1">
              <a:lnSpc>
                <a:spcPct val="90000"/>
              </a:lnSpc>
            </a:pPr>
            <a:r>
              <a:rPr kumimoji="0" lang="en-US" altLang="zh-CN" sz="2400"/>
              <a:t>Anany Levitin. </a:t>
            </a:r>
            <a:r>
              <a:rPr kumimoji="0" lang="en-US" altLang="zh-CN" sz="2400" i="1"/>
              <a:t>Introduction to the Design and Analysis of Algorithms</a:t>
            </a:r>
          </a:p>
          <a:p>
            <a:pPr lvl="1" eaLnBrk="1" hangingPunct="1">
              <a:lnSpc>
                <a:spcPct val="90000"/>
              </a:lnSpc>
            </a:pPr>
            <a:r>
              <a:rPr kumimoji="0" lang="en-US" altLang="zh-CN" sz="2400"/>
              <a:t>M.H.Alsuwaiyel. </a:t>
            </a:r>
            <a:r>
              <a:rPr kumimoji="0" lang="en-US" altLang="zh-CN" sz="2400" i="1"/>
              <a:t>Algorithms Design Techniques and Analysis</a:t>
            </a:r>
          </a:p>
          <a:p>
            <a:pPr lvl="1" eaLnBrk="1" hangingPunct="1">
              <a:lnSpc>
                <a:spcPct val="90000"/>
              </a:lnSpc>
            </a:pPr>
            <a:r>
              <a:rPr kumimoji="0" lang="en-US" altLang="zh-CN" sz="2400"/>
              <a:t>G.Brassard &amp; P.Bratley: </a:t>
            </a:r>
            <a:r>
              <a:rPr kumimoji="0" lang="en-US" altLang="zh-CN" sz="2400" i="1"/>
              <a:t>Fundamentals of Algorithmics</a:t>
            </a:r>
            <a:endParaRPr kumimoji="0" lang="en-US" altLang="zh-CN" sz="2400"/>
          </a:p>
          <a:p>
            <a:pPr eaLnBrk="1" hangingPunct="1">
              <a:lnSpc>
                <a:spcPct val="90000"/>
              </a:lnSpc>
            </a:pPr>
            <a:r>
              <a:rPr kumimoji="0" lang="en-US" altLang="zh-CN" sz="2800"/>
              <a:t>Evergreen Textbook</a:t>
            </a:r>
          </a:p>
          <a:p>
            <a:pPr lvl="1" eaLnBrk="1" hangingPunct="1">
              <a:lnSpc>
                <a:spcPct val="90000"/>
              </a:lnSpc>
            </a:pPr>
            <a:r>
              <a:rPr kumimoji="0" lang="en-US" altLang="zh-CN" sz="2400"/>
              <a:t>Aho, Hopcroft and Ullman. </a:t>
            </a:r>
            <a:r>
              <a:rPr kumimoji="0" lang="en-US" altLang="zh-CN" sz="2400" i="1"/>
              <a:t>The Design and Analysis of Computer Algorithm</a:t>
            </a:r>
          </a:p>
          <a:p>
            <a:pPr eaLnBrk="1" hangingPunct="1">
              <a:lnSpc>
                <a:spcPct val="90000"/>
              </a:lnSpc>
            </a:pPr>
            <a:r>
              <a:rPr kumimoji="0" lang="en-US" altLang="zh-CN" sz="2800"/>
              <a:t>Something New</a:t>
            </a:r>
          </a:p>
          <a:p>
            <a:pPr lvl="1" eaLnBrk="1" hangingPunct="1">
              <a:lnSpc>
                <a:spcPct val="90000"/>
              </a:lnSpc>
            </a:pPr>
            <a:r>
              <a:rPr kumimoji="0" lang="en-US" altLang="zh-CN" sz="2400"/>
              <a:t>J.Kleinberg &amp; E.Tardos: </a:t>
            </a:r>
            <a:r>
              <a:rPr kumimoji="0" lang="en-US" altLang="zh-CN" sz="2400" i="1"/>
              <a:t>Algorithm Design</a:t>
            </a:r>
          </a:p>
        </p:txBody>
      </p:sp>
    </p:spTree>
  </p:cSld>
  <p:clrMapOvr>
    <a:masterClrMapping/>
  </p:clrMapOvr>
  <p:transition>
    <p:cover dir="u"/>
  </p:transition>
</p:sld>
</file>

<file path=ppt/theme/theme1.xml><?xml version="1.0" encoding="utf-8"?>
<a:theme xmlns:a="http://schemas.openxmlformats.org/drawingml/2006/main" name="Artsy">
  <a:themeElements>
    <a:clrScheme name="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fontScheme name="Artsy">
      <a:majorFont>
        <a:latin typeface="Times New Roman"/>
        <a:ea typeface="宋体"/>
        <a:cs typeface="宋体"/>
      </a:majorFont>
      <a:minorFont>
        <a:latin typeface="Times New Roman"/>
        <a:ea typeface="宋体"/>
        <a:cs typeface="宋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ea typeface="宋体" charset="0"/>
            <a:cs typeface="宋体"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ea typeface="宋体" charset="0"/>
            <a:cs typeface="宋体" charset="0"/>
          </a:defRPr>
        </a:defPPr>
      </a:lstStyle>
    </a:lnDef>
  </a:objectDefaults>
  <a:extraClrSchemeLst>
    <a:extraClrScheme>
      <a:clrScheme name="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clrMap bg1="dk2" tx1="lt1" bg2="dk1" tx2="lt2" accent1="accent1" accent2="accent2" accent3="accent3" accent4="accent4" accent5="accent5" accent6="accent6" hlink="hlink" folHlink="folHlink"/>
    </a:extraClrScheme>
    <a:extraClrScheme>
      <a:clrScheme name="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clrMap bg1="lt1" tx1="dk1" bg2="lt2" tx2="dk2" accent1="accent1" accent2="accent2" accent3="accent3" accent4="accent4" accent5="accent5" accent6="accent6" hlink="hlink" folHlink="folHlink"/>
    </a:extraClrScheme>
    <a:extraClrScheme>
      <a:clrScheme name="Artsy 3">
        <a:dk1>
          <a:srgbClr val="000000"/>
        </a:dk1>
        <a:lt1>
          <a:srgbClr val="FFFFFF"/>
        </a:lt1>
        <a:dk2>
          <a:srgbClr val="000000"/>
        </a:dk2>
        <a:lt2>
          <a:srgbClr val="B2B2B2"/>
        </a:lt2>
        <a:accent1>
          <a:srgbClr val="C0C0C0"/>
        </a:accent1>
        <a:accent2>
          <a:srgbClr val="DDDDDD"/>
        </a:accent2>
        <a:accent3>
          <a:srgbClr val="FFFFFF"/>
        </a:accent3>
        <a:accent4>
          <a:srgbClr val="000000"/>
        </a:accent4>
        <a:accent5>
          <a:srgbClr val="DCDCDC"/>
        </a:accent5>
        <a:accent6>
          <a:srgbClr val="C8C8C8"/>
        </a:accent6>
        <a:hlink>
          <a:srgbClr val="808080"/>
        </a:hlink>
        <a:folHlink>
          <a:srgbClr val="969696"/>
        </a:folHlink>
      </a:clrScheme>
      <a:clrMap bg1="lt1" tx1="dk1" bg2="lt2" tx2="dk2" accent1="accent1" accent2="accent2" accent3="accent3" accent4="accent4" accent5="accent5" accent6="accent6" hlink="hlink" folHlink="folHlink"/>
    </a:extraClrScheme>
    <a:extraClrScheme>
      <a:clrScheme name="Artsy 4">
        <a:dk1>
          <a:srgbClr val="2C2C42"/>
        </a:dk1>
        <a:lt1>
          <a:srgbClr val="FFFFCC"/>
        </a:lt1>
        <a:dk2>
          <a:srgbClr val="666699"/>
        </a:dk2>
        <a:lt2>
          <a:srgbClr val="FFCC00"/>
        </a:lt2>
        <a:accent1>
          <a:srgbClr val="FF9933"/>
        </a:accent1>
        <a:accent2>
          <a:srgbClr val="808000"/>
        </a:accent2>
        <a:accent3>
          <a:srgbClr val="B8B8CA"/>
        </a:accent3>
        <a:accent4>
          <a:srgbClr val="DADAAE"/>
        </a:accent4>
        <a:accent5>
          <a:srgbClr val="FFCAAD"/>
        </a:accent5>
        <a:accent6>
          <a:srgbClr val="737300"/>
        </a:accent6>
        <a:hlink>
          <a:srgbClr val="CC6600"/>
        </a:hlink>
        <a:folHlink>
          <a:srgbClr val="333399"/>
        </a:folHlink>
      </a:clrScheme>
      <a:clrMap bg1="dk2" tx1="lt1" bg2="dk1" tx2="lt2" accent1="accent1" accent2="accent2" accent3="accent3" accent4="accent4" accent5="accent5" accent6="accent6" hlink="hlink" folHlink="folHlink"/>
    </a:extraClrScheme>
    <a:extraClrScheme>
      <a:clrScheme name="Artsy 5">
        <a:dk1>
          <a:srgbClr val="50000F"/>
        </a:dk1>
        <a:lt1>
          <a:srgbClr val="FFCC00"/>
        </a:lt1>
        <a:dk2>
          <a:srgbClr val="800000"/>
        </a:dk2>
        <a:lt2>
          <a:srgbClr val="FFFFCC"/>
        </a:lt2>
        <a:accent1>
          <a:srgbClr val="808000"/>
        </a:accent1>
        <a:accent2>
          <a:srgbClr val="993366"/>
        </a:accent2>
        <a:accent3>
          <a:srgbClr val="C0AAAA"/>
        </a:accent3>
        <a:accent4>
          <a:srgbClr val="DAAE00"/>
        </a:accent4>
        <a:accent5>
          <a:srgbClr val="C0C0AA"/>
        </a:accent5>
        <a:accent6>
          <a:srgbClr val="8A2D5C"/>
        </a:accent6>
        <a:hlink>
          <a:srgbClr val="FF5050"/>
        </a:hlink>
        <a:folHlink>
          <a:srgbClr val="993300"/>
        </a:folHlink>
      </a:clrScheme>
      <a:clrMap bg1="dk2" tx1="lt1" bg2="dk1" tx2="lt2" accent1="accent1" accent2="accent2" accent3="accent3" accent4="accent4" accent5="accent5" accent6="accent6" hlink="hlink" folHlink="folHlink"/>
    </a:extraClrScheme>
    <a:extraClrScheme>
      <a:clrScheme name="Artsy 6">
        <a:dk1>
          <a:srgbClr val="333300"/>
        </a:dk1>
        <a:lt1>
          <a:srgbClr val="FFCC00"/>
        </a:lt1>
        <a:dk2>
          <a:srgbClr val="666633"/>
        </a:dk2>
        <a:lt2>
          <a:srgbClr val="FFFFCC"/>
        </a:lt2>
        <a:accent1>
          <a:srgbClr val="8F7401"/>
        </a:accent1>
        <a:accent2>
          <a:srgbClr val="CC6600"/>
        </a:accent2>
        <a:accent3>
          <a:srgbClr val="B8B8AD"/>
        </a:accent3>
        <a:accent4>
          <a:srgbClr val="DAAE00"/>
        </a:accent4>
        <a:accent5>
          <a:srgbClr val="C6BCAA"/>
        </a:accent5>
        <a:accent6>
          <a:srgbClr val="B95C00"/>
        </a:accent6>
        <a:hlink>
          <a:srgbClr val="666699"/>
        </a:hlink>
        <a:folHlink>
          <a:srgbClr val="808000"/>
        </a:folHlink>
      </a:clrScheme>
      <a:clrMap bg1="dk2" tx1="lt1" bg2="dk1" tx2="lt2" accent1="accent1" accent2="accent2" accent3="accent3" accent4="accent4" accent5="accent5" accent6="accent6" hlink="hlink" folHlink="folHlink"/>
    </a:extraClrScheme>
    <a:extraClrScheme>
      <a:clrScheme name="Artsy 7">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Artsy">
  <a:themeElements>
    <a:clrScheme name="1_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fontScheme name="1_Artsy">
      <a:majorFont>
        <a:latin typeface="Times New Roman"/>
        <a:ea typeface="宋体"/>
        <a:cs typeface="宋体"/>
      </a:majorFont>
      <a:minorFont>
        <a:latin typeface="Times New Roman"/>
        <a:ea typeface="宋体"/>
        <a:cs typeface="宋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ea typeface="宋体" charset="0"/>
            <a:cs typeface="宋体"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Times New Roman" charset="0"/>
            <a:ea typeface="宋体" charset="0"/>
            <a:cs typeface="宋体" charset="0"/>
          </a:defRPr>
        </a:defPPr>
      </a:lstStyle>
    </a:lnDef>
  </a:objectDefaults>
  <a:extraClrSchemeLst>
    <a:extraClrScheme>
      <a:clrScheme name="1_Artsy 1">
        <a:dk1>
          <a:srgbClr val="000000"/>
        </a:dk1>
        <a:lt1>
          <a:srgbClr val="FFFFCC"/>
        </a:lt1>
        <a:dk2>
          <a:srgbClr val="4D4D4D"/>
        </a:dk2>
        <a:lt2>
          <a:srgbClr val="FFCC00"/>
        </a:lt2>
        <a:accent1>
          <a:srgbClr val="808000"/>
        </a:accent1>
        <a:accent2>
          <a:srgbClr val="CC9900"/>
        </a:accent2>
        <a:accent3>
          <a:srgbClr val="B2B2B2"/>
        </a:accent3>
        <a:accent4>
          <a:srgbClr val="DADAAE"/>
        </a:accent4>
        <a:accent5>
          <a:srgbClr val="C0C0AA"/>
        </a:accent5>
        <a:accent6>
          <a:srgbClr val="B98A00"/>
        </a:accent6>
        <a:hlink>
          <a:srgbClr val="CC6600"/>
        </a:hlink>
        <a:folHlink>
          <a:srgbClr val="969696"/>
        </a:folHlink>
      </a:clrScheme>
      <a:clrMap bg1="dk2" tx1="lt1" bg2="dk1" tx2="lt2" accent1="accent1" accent2="accent2" accent3="accent3" accent4="accent4" accent5="accent5" accent6="accent6" hlink="hlink" folHlink="folHlink"/>
    </a:extraClrScheme>
    <a:extraClrScheme>
      <a:clrScheme name="1_Artsy 2">
        <a:dk1>
          <a:srgbClr val="660033"/>
        </a:dk1>
        <a:lt1>
          <a:srgbClr val="FFFFFF"/>
        </a:lt1>
        <a:dk2>
          <a:srgbClr val="B60009"/>
        </a:dk2>
        <a:lt2>
          <a:srgbClr val="B2B2B2"/>
        </a:lt2>
        <a:accent1>
          <a:srgbClr val="CCCC00"/>
        </a:accent1>
        <a:accent2>
          <a:srgbClr val="DE9ABC"/>
        </a:accent2>
        <a:accent3>
          <a:srgbClr val="FFFFFF"/>
        </a:accent3>
        <a:accent4>
          <a:srgbClr val="56002A"/>
        </a:accent4>
        <a:accent5>
          <a:srgbClr val="E2E2AA"/>
        </a:accent5>
        <a:accent6>
          <a:srgbClr val="C98BAA"/>
        </a:accent6>
        <a:hlink>
          <a:srgbClr val="FFAFAF"/>
        </a:hlink>
        <a:folHlink>
          <a:srgbClr val="969696"/>
        </a:folHlink>
      </a:clrScheme>
      <a:clrMap bg1="lt1" tx1="dk1" bg2="lt2" tx2="dk2" accent1="accent1" accent2="accent2" accent3="accent3" accent4="accent4" accent5="accent5" accent6="accent6" hlink="hlink" folHlink="folHlink"/>
    </a:extraClrScheme>
    <a:extraClrScheme>
      <a:clrScheme name="1_Artsy 3">
        <a:dk1>
          <a:srgbClr val="000000"/>
        </a:dk1>
        <a:lt1>
          <a:srgbClr val="FFFFFF"/>
        </a:lt1>
        <a:dk2>
          <a:srgbClr val="000000"/>
        </a:dk2>
        <a:lt2>
          <a:srgbClr val="B2B2B2"/>
        </a:lt2>
        <a:accent1>
          <a:srgbClr val="C0C0C0"/>
        </a:accent1>
        <a:accent2>
          <a:srgbClr val="DDDDDD"/>
        </a:accent2>
        <a:accent3>
          <a:srgbClr val="FFFFFF"/>
        </a:accent3>
        <a:accent4>
          <a:srgbClr val="000000"/>
        </a:accent4>
        <a:accent5>
          <a:srgbClr val="DCDCDC"/>
        </a:accent5>
        <a:accent6>
          <a:srgbClr val="C8C8C8"/>
        </a:accent6>
        <a:hlink>
          <a:srgbClr val="808080"/>
        </a:hlink>
        <a:folHlink>
          <a:srgbClr val="969696"/>
        </a:folHlink>
      </a:clrScheme>
      <a:clrMap bg1="lt1" tx1="dk1" bg2="lt2" tx2="dk2" accent1="accent1" accent2="accent2" accent3="accent3" accent4="accent4" accent5="accent5" accent6="accent6" hlink="hlink" folHlink="folHlink"/>
    </a:extraClrScheme>
    <a:extraClrScheme>
      <a:clrScheme name="1_Artsy 4">
        <a:dk1>
          <a:srgbClr val="2C2C42"/>
        </a:dk1>
        <a:lt1>
          <a:srgbClr val="FFFFCC"/>
        </a:lt1>
        <a:dk2>
          <a:srgbClr val="666699"/>
        </a:dk2>
        <a:lt2>
          <a:srgbClr val="FFCC00"/>
        </a:lt2>
        <a:accent1>
          <a:srgbClr val="FF9933"/>
        </a:accent1>
        <a:accent2>
          <a:srgbClr val="808000"/>
        </a:accent2>
        <a:accent3>
          <a:srgbClr val="B8B8CA"/>
        </a:accent3>
        <a:accent4>
          <a:srgbClr val="DADAAE"/>
        </a:accent4>
        <a:accent5>
          <a:srgbClr val="FFCAAD"/>
        </a:accent5>
        <a:accent6>
          <a:srgbClr val="737300"/>
        </a:accent6>
        <a:hlink>
          <a:srgbClr val="CC6600"/>
        </a:hlink>
        <a:folHlink>
          <a:srgbClr val="333399"/>
        </a:folHlink>
      </a:clrScheme>
      <a:clrMap bg1="dk2" tx1="lt1" bg2="dk1" tx2="lt2" accent1="accent1" accent2="accent2" accent3="accent3" accent4="accent4" accent5="accent5" accent6="accent6" hlink="hlink" folHlink="folHlink"/>
    </a:extraClrScheme>
    <a:extraClrScheme>
      <a:clrScheme name="1_Artsy 5">
        <a:dk1>
          <a:srgbClr val="50000F"/>
        </a:dk1>
        <a:lt1>
          <a:srgbClr val="FFCC00"/>
        </a:lt1>
        <a:dk2>
          <a:srgbClr val="800000"/>
        </a:dk2>
        <a:lt2>
          <a:srgbClr val="FFFFCC"/>
        </a:lt2>
        <a:accent1>
          <a:srgbClr val="808000"/>
        </a:accent1>
        <a:accent2>
          <a:srgbClr val="993366"/>
        </a:accent2>
        <a:accent3>
          <a:srgbClr val="C0AAAA"/>
        </a:accent3>
        <a:accent4>
          <a:srgbClr val="DAAE00"/>
        </a:accent4>
        <a:accent5>
          <a:srgbClr val="C0C0AA"/>
        </a:accent5>
        <a:accent6>
          <a:srgbClr val="8A2D5C"/>
        </a:accent6>
        <a:hlink>
          <a:srgbClr val="FF5050"/>
        </a:hlink>
        <a:folHlink>
          <a:srgbClr val="993300"/>
        </a:folHlink>
      </a:clrScheme>
      <a:clrMap bg1="dk2" tx1="lt1" bg2="dk1" tx2="lt2" accent1="accent1" accent2="accent2" accent3="accent3" accent4="accent4" accent5="accent5" accent6="accent6" hlink="hlink" folHlink="folHlink"/>
    </a:extraClrScheme>
    <a:extraClrScheme>
      <a:clrScheme name="1_Artsy 6">
        <a:dk1>
          <a:srgbClr val="333300"/>
        </a:dk1>
        <a:lt1>
          <a:srgbClr val="FFCC00"/>
        </a:lt1>
        <a:dk2>
          <a:srgbClr val="666633"/>
        </a:dk2>
        <a:lt2>
          <a:srgbClr val="FFFFCC"/>
        </a:lt2>
        <a:accent1>
          <a:srgbClr val="8F7401"/>
        </a:accent1>
        <a:accent2>
          <a:srgbClr val="CC6600"/>
        </a:accent2>
        <a:accent3>
          <a:srgbClr val="B8B8AD"/>
        </a:accent3>
        <a:accent4>
          <a:srgbClr val="DAAE00"/>
        </a:accent4>
        <a:accent5>
          <a:srgbClr val="C6BCAA"/>
        </a:accent5>
        <a:accent6>
          <a:srgbClr val="B95C00"/>
        </a:accent6>
        <a:hlink>
          <a:srgbClr val="666699"/>
        </a:hlink>
        <a:folHlink>
          <a:srgbClr val="808000"/>
        </a:folHlink>
      </a:clrScheme>
      <a:clrMap bg1="dk2" tx1="lt1" bg2="dk1" tx2="lt2" accent1="accent1" accent2="accent2" accent3="accent3" accent4="accent4" accent5="accent5" accent6="accent6" hlink="hlink" folHlink="folHlink"/>
    </a:extraClrScheme>
    <a:extraClrScheme>
      <a:clrScheme name="1_Artsy 7">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37114</TotalTime>
  <Pages>0</Pages>
  <Words>2343</Words>
  <Characters>0</Characters>
  <Application>Microsoft Macintosh PowerPoint</Application>
  <DocSecurity>0</DocSecurity>
  <PresentationFormat>全屏显示(4:3)</PresentationFormat>
  <Lines>0</Lines>
  <Paragraphs>299</Paragraphs>
  <Slides>35</Slides>
  <Notes>6</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35</vt:i4>
      </vt:variant>
    </vt:vector>
  </HeadingPairs>
  <TitlesOfParts>
    <vt:vector size="48" baseType="lpstr">
      <vt:lpstr>Times New Roman</vt:lpstr>
      <vt:lpstr>宋体</vt:lpstr>
      <vt:lpstr>Arial</vt:lpstr>
      <vt:lpstr>Wingdings</vt:lpstr>
      <vt:lpstr>华文隶书</vt:lpstr>
      <vt:lpstr>华文新魏</vt:lpstr>
      <vt:lpstr>永中宋体</vt:lpstr>
      <vt:lpstr>楷体_GB2312</vt:lpstr>
      <vt:lpstr>Symbol</vt:lpstr>
      <vt:lpstr>Wingdings 3</vt:lpstr>
      <vt:lpstr>Artsy</vt:lpstr>
      <vt:lpstr>1_Artsy</vt:lpstr>
      <vt:lpstr>Equation.3</vt:lpstr>
      <vt:lpstr>Introduction to  Algorithm Design and Analysis</vt:lpstr>
      <vt:lpstr>Introduction to This Course</vt:lpstr>
      <vt:lpstr>计算机相关专业学生的基本能力</vt:lpstr>
      <vt:lpstr>问题抽象</vt:lpstr>
      <vt:lpstr>Goal of the Course</vt:lpstr>
      <vt:lpstr>Design and Analysis, in general</vt:lpstr>
      <vt:lpstr>Problem Solving</vt:lpstr>
      <vt:lpstr>Probably the Oldest Algorithm</vt:lpstr>
      <vt:lpstr>Euclid Algorithm: Recursive Version</vt:lpstr>
      <vt:lpstr>Sequential Search, another Example</vt:lpstr>
      <vt:lpstr>Algorithmically Solvable Problem</vt:lpstr>
      <vt:lpstr>Computational Complexity</vt:lpstr>
      <vt:lpstr>Criteria for Algorithm Design</vt:lpstr>
      <vt:lpstr>Criteria for Algorithm Analysis</vt:lpstr>
      <vt:lpstr>Correctness</vt:lpstr>
      <vt:lpstr>Correctness of Euclid Algorithm</vt:lpstr>
      <vt:lpstr>How to Measure?</vt:lpstr>
      <vt:lpstr>Focusing the View</vt:lpstr>
      <vt:lpstr>Presenting the Analysis Results</vt:lpstr>
      <vt:lpstr>Worst-case Complexity</vt:lpstr>
      <vt:lpstr>Worst-Case Complexity of Euclid’s</vt:lpstr>
      <vt:lpstr>Euclid Algorithm and Fibonacci</vt:lpstr>
      <vt:lpstr>The Bound is Tight</vt:lpstr>
      <vt:lpstr>Average Complexity</vt:lpstr>
      <vt:lpstr>Average Behavior Analysis of Sequential Search</vt:lpstr>
      <vt:lpstr>Average Behavior Analysis of Sequential Search</vt:lpstr>
      <vt:lpstr>Optimality</vt:lpstr>
      <vt:lpstr>Complexity of the Problem</vt:lpstr>
      <vt:lpstr>Eastblishing a lower bound</vt:lpstr>
      <vt:lpstr>Bounds: Upper and Lower</vt:lpstr>
      <vt:lpstr>Beyond Classics</vt:lpstr>
      <vt:lpstr>Home Assignment</vt:lpstr>
      <vt:lpstr>Algorithm vs. Computer Science</vt:lpstr>
      <vt:lpstr>References</vt:lpstr>
      <vt:lpstr>You Have Choices</vt:lpstr>
    </vt:vector>
  </TitlesOfParts>
  <Manager/>
  <Company>Nanjing University</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Algorithm Analysis</dc:title>
  <dc:subject/>
  <dc:creator>Chen Daoxu</dc:creator>
  <cp:keywords/>
  <dc:description/>
  <cp:lastModifiedBy>李言辉</cp:lastModifiedBy>
  <cp:revision>74</cp:revision>
  <cp:lastPrinted>1601-01-01T00:00:00Z</cp:lastPrinted>
  <dcterms:created xsi:type="dcterms:W3CDTF">2001-08-01T06:52:17Z</dcterms:created>
  <dcterms:modified xsi:type="dcterms:W3CDTF">2025-02-20T01:22:57Z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2052-6.6.0.2461</vt:lpwstr>
  </property>
</Properties>
</file>