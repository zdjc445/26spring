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2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66F60-247E-32DC-0E0A-2B3B376AC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FF821C-236A-4BDA-CE67-828E76A6E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D678AF-45B1-4958-675D-D63C02FD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59FA-9FEC-42D2-A00D-EAB34115F3B7}" type="datetimeFigureOut">
              <a:rPr lang="zh-CN" altLang="en-US" smtClean="0"/>
              <a:t>2024/6/11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BC9D3D-2491-73DA-B376-41B10B48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EB90C6-0D0D-F4ED-3E6E-A69E801A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2354-B7B9-45B2-9D74-303745687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64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1906C-6D79-5DA5-85BD-4B7FC7EC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E2A58C-27EB-4A1B-C137-C4063C76B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A2314C-0CED-A8E3-CC86-15E4DAEFE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59FA-9FEC-42D2-A00D-EAB34115F3B7}" type="datetimeFigureOut">
              <a:rPr lang="zh-CN" altLang="en-US" smtClean="0"/>
              <a:t>2024/6/11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28E4E4-8946-767A-A001-81EF645F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946FEC-1510-C20D-E095-F946BEEAD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2354-B7B9-45B2-9D74-303745687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623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36D894-C538-4596-68E7-EEC3E0071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FCA777-F2E7-7D0D-2397-31DE3A3E3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50C63-9360-E5EE-1405-4B234524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59FA-9FEC-42D2-A00D-EAB34115F3B7}" type="datetimeFigureOut">
              <a:rPr lang="zh-CN" altLang="en-US" smtClean="0"/>
              <a:t>2024/6/11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958A8A-E71A-AC71-01A0-75441CA9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597EF3-11A1-0524-F440-847BC174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2354-B7B9-45B2-9D74-303745687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643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D74DC-DFDD-D484-C9E5-006399A90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E2D88D-06EB-D712-80DF-2B40BDB2E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8CEC81-BB22-BB65-570C-9C6DB19EC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B80E49-EF84-13C2-6220-D327B733A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59FA-9FEC-42D2-A00D-EAB34115F3B7}" type="datetimeFigureOut">
              <a:rPr lang="zh-CN" altLang="en-US" smtClean="0"/>
              <a:t>2024/6/11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713071-D952-BD90-3B35-4D32B4F9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AEF21B-0DCF-44D8-5103-681083ED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2354-B7B9-45B2-9D74-303745687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495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F5810-78C5-FEC0-CA57-FFD93C770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40BEC9-41A1-6ECF-95EB-71A7AA2B3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7E23D1-5402-7251-F098-4FE536276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D7ACE5-83F3-FD25-7EC9-DD007411F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DF85314-9625-05DD-BFC6-CD5175802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0BC3947-1343-F584-B359-A60A379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59FA-9FEC-42D2-A00D-EAB34115F3B7}" type="datetimeFigureOut">
              <a:rPr lang="zh-CN" altLang="en-US" smtClean="0"/>
              <a:t>2024/6/11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AA9788-8417-BFC6-3946-AE10BB04D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698D621-7613-08E7-E328-865708B73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2354-B7B9-45B2-9D74-303745687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4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04503-C600-57F5-50CB-61486E7D8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9D242A-A2FC-AF56-B610-B65B5355F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59FA-9FEC-42D2-A00D-EAB34115F3B7}" type="datetimeFigureOut">
              <a:rPr lang="zh-CN" altLang="en-US" smtClean="0"/>
              <a:t>2024/6/11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8DCEFC-5F26-A944-C0E8-B5E75853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FD34DC-2AF3-26A9-C8ED-C32E4FCF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2354-B7B9-45B2-9D74-303745687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360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2B307E-76E7-8D64-1EEC-9CEED0026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59FA-9FEC-42D2-A00D-EAB34115F3B7}" type="datetimeFigureOut">
              <a:rPr lang="zh-CN" altLang="en-US" smtClean="0"/>
              <a:t>2024/6/11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E53B1E-8103-61D7-AE25-A6CF9E9F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46F09-7F71-42B7-C520-B4CDD167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2354-B7B9-45B2-9D74-303745687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243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699CB-08D6-4221-75A0-6F45A3EEA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5C35D3-EEB5-D13A-15B4-F337021A3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FC8610-9F22-6756-E404-8D5D0F299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6747FD-0121-1545-9FB5-031FCDDC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59FA-9FEC-42D2-A00D-EAB34115F3B7}" type="datetimeFigureOut">
              <a:rPr lang="zh-CN" altLang="en-US" smtClean="0"/>
              <a:t>2024/6/11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C744CA-7AB0-9B49-6003-A4BF8B18A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285D4E-BBE4-21D8-0EDB-CCAEDB6A7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2354-B7B9-45B2-9D74-303745687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87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A7C7E-900A-498F-9A0F-16EE824D0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BE79D4D-7E9A-F4BB-7BB2-061616D979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A3EF86-386D-E795-16FE-3836BA650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2067EA-3755-F040-AA82-688E12036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59FA-9FEC-42D2-A00D-EAB34115F3B7}" type="datetimeFigureOut">
              <a:rPr lang="zh-CN" altLang="en-US" smtClean="0"/>
              <a:t>2024/6/11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52527D-664C-68FB-DF20-8DF86E0B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EF4C26-9F91-B231-7E91-1A3CCAF8D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2354-B7B9-45B2-9D74-303745687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929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6B3143-FC99-32BA-5E37-42811E8E3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CFE94C-4D4B-C6E1-BEBF-4A90944F1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69BFE9-51A8-7DAC-074F-5180AAFD8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59FA-9FEC-42D2-A00D-EAB34115F3B7}" type="datetimeFigureOut">
              <a:rPr lang="zh-CN" altLang="en-US" smtClean="0"/>
              <a:t>2024/6/11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5F71DB-5EBE-18D3-DBC0-9C09E30B0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53275D-3740-AE62-ED22-32F5BABC5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2354-B7B9-45B2-9D74-303745687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22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E7E9390-987C-2931-8D1B-5E7D82BE8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84AA4F-28F8-9C73-795B-BFF27C1C3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40B2BA-A29C-0BFB-0096-87E629B77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59FA-9FEC-42D2-A00D-EAB34115F3B7}" type="datetimeFigureOut">
              <a:rPr lang="zh-CN" altLang="en-US" smtClean="0"/>
              <a:t>2024/6/11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7B374F-923B-7CDA-2F8A-37EA24BDB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23FEF5-81CC-A8C7-37EE-F4F3BB9F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F2354-B7B9-45B2-9D74-303745687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206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6634CC-FD8E-E9C4-77B0-9CA89EAE2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CB61EA-BFEF-C313-E1D0-0D1C9717E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53607B-B189-342B-5DD9-D3415413A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659FA-9FEC-42D2-A00D-EAB34115F3B7}" type="datetimeFigureOut">
              <a:rPr lang="zh-CN" altLang="en-US" smtClean="0"/>
              <a:t>2024/6/11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AA7C48-D38E-C96A-7508-1291F238B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3EADD3-D778-3785-92D7-555028096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F2354-B7B9-45B2-9D74-303745687F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4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0B67DD8-26E9-D5C2-3787-4280AF574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888" y="3704686"/>
            <a:ext cx="2440832" cy="18682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8F83436-751E-68F0-5E82-199C82260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853" y="3578536"/>
            <a:ext cx="3067140" cy="19943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044128F-BA5B-4C7B-DA39-62FBCC1BC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0744" y="3482775"/>
            <a:ext cx="2845920" cy="209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30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7FBE8DF-930B-03A6-0BDF-289B05F9E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18" y="3148204"/>
            <a:ext cx="7264773" cy="19368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E4BDFD7-65E0-8F99-A65F-EE26FD5B7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731" y="3148204"/>
            <a:ext cx="4768786" cy="164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13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2988220-38C7-1FA5-D1F6-A437F9192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01" y="2185879"/>
            <a:ext cx="4720552" cy="26352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5A7588A-E79C-513F-7896-D9CAEDB37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753" y="2010735"/>
            <a:ext cx="7065112" cy="298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03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98967D70-8D97-B950-972B-A6E182D61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922" y="2043790"/>
            <a:ext cx="3237998" cy="226858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3E0333C-1EC0-FE1D-E2F4-D960244C2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134" y="1479038"/>
            <a:ext cx="3878958" cy="30930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1A3C4BB-6240-D33D-8A35-423D75FBE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05" y="1326504"/>
            <a:ext cx="3237999" cy="339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35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43BEF0E-6FD8-F7FA-F7C8-BF1BA4136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85" y="1896088"/>
            <a:ext cx="6441045" cy="32358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A306363-0640-7F5F-A76E-E1609925C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785" y="1050809"/>
            <a:ext cx="4483330" cy="450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8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FB3BB37-00CD-A9FC-D409-F27249646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29" y="520988"/>
            <a:ext cx="5816899" cy="55819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DFE9B9-9FBD-2257-0101-888F08DA2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81" y="660257"/>
            <a:ext cx="5556536" cy="553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60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1652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1427060889@qq.com</dc:creator>
  <cp:lastModifiedBy>1427060889@qq.com</cp:lastModifiedBy>
  <cp:revision>5</cp:revision>
  <dcterms:created xsi:type="dcterms:W3CDTF">2024-06-11T13:22:09Z</dcterms:created>
  <dcterms:modified xsi:type="dcterms:W3CDTF">2024-06-12T16:54:15Z</dcterms:modified>
</cp:coreProperties>
</file>